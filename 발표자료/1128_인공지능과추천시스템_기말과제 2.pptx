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4384000" cy="13716000"/>
  <p:notesSz cx="6858000" cy="9144000"/>
  <p:embeddedFontLst>
    <p:embeddedFont>
      <p:font typeface="Gmarket Sans Medium"/>
      <p:regular r:id="rId23"/>
    </p:embeddedFont>
    <p:embeddedFont>
      <p:font typeface="Gmarket Sans Bold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1.fntdata" Type="http://schemas.openxmlformats.org/officeDocument/2006/relationships/font"/><Relationship Id="rId24" Target="fonts/font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png" Type="http://schemas.openxmlformats.org/officeDocument/2006/relationships/image"/><Relationship Id="rId38" Target="../media/image37.png" Type="http://schemas.openxmlformats.org/officeDocument/2006/relationships/image"/><Relationship Id="rId39" Target="../media/image38.pn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png" Type="http://schemas.openxmlformats.org/officeDocument/2006/relationships/image"/><Relationship Id="rId42" Target="../media/image41.png" Type="http://schemas.openxmlformats.org/officeDocument/2006/relationships/image"/><Relationship Id="rId43" Target="../media/image42.png" Type="http://schemas.openxmlformats.org/officeDocument/2006/relationships/image"/><Relationship Id="rId44" Target="../media/image43.png" Type="http://schemas.openxmlformats.org/officeDocument/2006/relationships/image"/><Relationship Id="rId45" Target="../media/image44.png" Type="http://schemas.openxmlformats.org/officeDocument/2006/relationships/image"/><Relationship Id="rId46" Target="../media/image45.png" Type="http://schemas.openxmlformats.org/officeDocument/2006/relationships/image"/><Relationship Id="rId47" Target="../media/image46.png" Type="http://schemas.openxmlformats.org/officeDocument/2006/relationships/image"/><Relationship Id="rId48" Target="../media/image47.png" Type="http://schemas.openxmlformats.org/officeDocument/2006/relationships/image"/><Relationship Id="rId49" Target="../media/image48.png" Type="http://schemas.openxmlformats.org/officeDocument/2006/relationships/image"/><Relationship Id="rId5" Target="../media/image4.png" Type="http://schemas.openxmlformats.org/officeDocument/2006/relationships/image"/><Relationship Id="rId50" Target="../media/image49.png" Type="http://schemas.openxmlformats.org/officeDocument/2006/relationships/image"/><Relationship Id="rId51" Target="../media/image50.png" Type="http://schemas.openxmlformats.org/officeDocument/2006/relationships/image"/><Relationship Id="rId52" Target="../media/image51.png" Type="http://schemas.openxmlformats.org/officeDocument/2006/relationships/image"/><Relationship Id="rId53" Target="../media/image52.png" Type="http://schemas.openxmlformats.org/officeDocument/2006/relationships/image"/><Relationship Id="rId54" Target="../media/image53.png" Type="http://schemas.openxmlformats.org/officeDocument/2006/relationships/image"/><Relationship Id="rId55" Target="../media/image54.png" Type="http://schemas.openxmlformats.org/officeDocument/2006/relationships/image"/><Relationship Id="rId56" Target="../media/image55.png" Type="http://schemas.openxmlformats.org/officeDocument/2006/relationships/image"/><Relationship Id="rId57" Target="../media/image56.png" Type="http://schemas.openxmlformats.org/officeDocument/2006/relationships/image"/><Relationship Id="rId58" Target="../media/image57.png" Type="http://schemas.openxmlformats.org/officeDocument/2006/relationships/image"/><Relationship Id="rId59" Target="../media/image58.png" Type="http://schemas.openxmlformats.org/officeDocument/2006/relationships/image"/><Relationship Id="rId6" Target="../media/image5.png" Type="http://schemas.openxmlformats.org/officeDocument/2006/relationships/image"/><Relationship Id="rId60" Target="../media/image59.png" Type="http://schemas.openxmlformats.org/officeDocument/2006/relationships/image"/><Relationship Id="rId61" Target="../media/image60.png" Type="http://schemas.openxmlformats.org/officeDocument/2006/relationships/image"/><Relationship Id="rId62" Target="../media/image61.png" Type="http://schemas.openxmlformats.org/officeDocument/2006/relationships/image"/><Relationship Id="rId63" Target="../media/image62.png" Type="http://schemas.openxmlformats.org/officeDocument/2006/relationships/image"/><Relationship Id="rId64" Target="../media/image63.png" Type="http://schemas.openxmlformats.org/officeDocument/2006/relationships/image"/><Relationship Id="rId65" Target="../media/image64.png" Type="http://schemas.openxmlformats.org/officeDocument/2006/relationships/image"/><Relationship Id="rId66" Target="../media/image65.png" Type="http://schemas.openxmlformats.org/officeDocument/2006/relationships/image"/><Relationship Id="rId67" Target="../media/image66.png" Type="http://schemas.openxmlformats.org/officeDocument/2006/relationships/image"/><Relationship Id="rId68" Target="../media/image67.png" Type="http://schemas.openxmlformats.org/officeDocument/2006/relationships/image"/><Relationship Id="rId69" Target="../media/image68.png" Type="http://schemas.openxmlformats.org/officeDocument/2006/relationships/image"/><Relationship Id="rId7" Target="../media/image6.png" Type="http://schemas.openxmlformats.org/officeDocument/2006/relationships/image"/><Relationship Id="rId70" Target="../media/image69.png" Type="http://schemas.openxmlformats.org/officeDocument/2006/relationships/image"/><Relationship Id="rId71" Target="../media/image70.png" Type="http://schemas.openxmlformats.org/officeDocument/2006/relationships/image"/><Relationship Id="rId72" Target="../media/image71.png" Type="http://schemas.openxmlformats.org/officeDocument/2006/relationships/image"/><Relationship Id="rId73" Target="../media/image72.png" Type="http://schemas.openxmlformats.org/officeDocument/2006/relationships/image"/><Relationship Id="rId74" Target="../media/image73.png" Type="http://schemas.openxmlformats.org/officeDocument/2006/relationships/image"/><Relationship Id="rId75" Target="../media/image74.png" Type="http://schemas.openxmlformats.org/officeDocument/2006/relationships/image"/><Relationship Id="rId76" Target="../media/image75.png" Type="http://schemas.openxmlformats.org/officeDocument/2006/relationships/image"/><Relationship Id="rId77" Target="../media/image76.png" Type="http://schemas.openxmlformats.org/officeDocument/2006/relationships/image"/><Relationship Id="rId78" Target="../media/image77.png" Type="http://schemas.openxmlformats.org/officeDocument/2006/relationships/image"/><Relationship Id="rId79" Target="../media/image78.png" Type="http://schemas.openxmlformats.org/officeDocument/2006/relationships/image"/><Relationship Id="rId8" Target="../media/image7.png" Type="http://schemas.openxmlformats.org/officeDocument/2006/relationships/image"/><Relationship Id="rId80" Target="../media/image79.png" Type="http://schemas.openxmlformats.org/officeDocument/2006/relationships/image"/><Relationship Id="rId81" Target="../media/image80.png" Type="http://schemas.openxmlformats.org/officeDocument/2006/relationships/image"/><Relationship Id="rId82" Target="../media/image81.png" Type="http://schemas.openxmlformats.org/officeDocument/2006/relationships/image"/><Relationship Id="rId83" Target="../media/image82.png" Type="http://schemas.openxmlformats.org/officeDocument/2006/relationships/image"/><Relationship Id="rId84" Target="../media/image83.png" Type="http://schemas.openxmlformats.org/officeDocument/2006/relationships/image"/><Relationship Id="rId85" Target="../media/image84.png" Type="http://schemas.openxmlformats.org/officeDocument/2006/relationships/image"/><Relationship Id="rId86" Target="../media/image85.png" Type="http://schemas.openxmlformats.org/officeDocument/2006/relationships/image"/><Relationship Id="rId87" Target="../media/image86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11.png" Type="http://schemas.openxmlformats.org/officeDocument/2006/relationships/image"/><Relationship Id="rId13" Target="../media/image95.png" Type="http://schemas.openxmlformats.org/officeDocument/2006/relationships/image"/><Relationship Id="rId14" Target="../media/image96.png" Type="http://schemas.openxmlformats.org/officeDocument/2006/relationships/image"/><Relationship Id="rId15" Target="../media/image97.png" Type="http://schemas.openxmlformats.org/officeDocument/2006/relationships/image"/><Relationship Id="rId16" Target="../media/image98.png" Type="http://schemas.openxmlformats.org/officeDocument/2006/relationships/image"/><Relationship Id="rId17" Target="../media/image99.png" Type="http://schemas.openxmlformats.org/officeDocument/2006/relationships/image"/><Relationship Id="rId18" Target="../media/image100.png" Type="http://schemas.openxmlformats.org/officeDocument/2006/relationships/image"/><Relationship Id="rId19" Target="../media/image101.png" Type="http://schemas.openxmlformats.org/officeDocument/2006/relationships/image"/><Relationship Id="rId2" Target="../media/image1.png" Type="http://schemas.openxmlformats.org/officeDocument/2006/relationships/image"/><Relationship Id="rId20" Target="../media/image102.png" Type="http://schemas.openxmlformats.org/officeDocument/2006/relationships/image"/><Relationship Id="rId21" Target="../media/image103.png" Type="http://schemas.openxmlformats.org/officeDocument/2006/relationships/image"/><Relationship Id="rId22" Target="../media/image104.png" Type="http://schemas.openxmlformats.org/officeDocument/2006/relationships/image"/><Relationship Id="rId23" Target="../media/image105.png" Type="http://schemas.openxmlformats.org/officeDocument/2006/relationships/image"/><Relationship Id="rId24" Target="../media/image106.png" Type="http://schemas.openxmlformats.org/officeDocument/2006/relationships/image"/><Relationship Id="rId25" Target="../media/image107.png" Type="http://schemas.openxmlformats.org/officeDocument/2006/relationships/image"/><Relationship Id="rId26" Target="../media/image108.png" Type="http://schemas.openxmlformats.org/officeDocument/2006/relationships/image"/><Relationship Id="rId27" Target="../media/image109.png" Type="http://schemas.openxmlformats.org/officeDocument/2006/relationships/image"/><Relationship Id="rId28" Target="../media/image110.png" Type="http://schemas.openxmlformats.org/officeDocument/2006/relationships/image"/><Relationship Id="rId29" Target="../media/image111.png" Type="http://schemas.openxmlformats.org/officeDocument/2006/relationships/image"/><Relationship Id="rId3" Target="../media/image2.png" Type="http://schemas.openxmlformats.org/officeDocument/2006/relationships/image"/><Relationship Id="rId30" Target="../media/image112.png" Type="http://schemas.openxmlformats.org/officeDocument/2006/relationships/image"/><Relationship Id="rId31" Target="../media/image113.png" Type="http://schemas.openxmlformats.org/officeDocument/2006/relationships/image"/><Relationship Id="rId32" Target="../media/image114.png" Type="http://schemas.openxmlformats.org/officeDocument/2006/relationships/image"/><Relationship Id="rId33" Target="../media/image115.png" Type="http://schemas.openxmlformats.org/officeDocument/2006/relationships/image"/><Relationship Id="rId34" Target="../media/image116.png" Type="http://schemas.openxmlformats.org/officeDocument/2006/relationships/image"/><Relationship Id="rId35" Target="../media/image117.png" Type="http://schemas.openxmlformats.org/officeDocument/2006/relationships/image"/><Relationship Id="rId36" Target="../media/image118.png" Type="http://schemas.openxmlformats.org/officeDocument/2006/relationships/image"/><Relationship Id="rId37" Target="../media/image119.png" Type="http://schemas.openxmlformats.org/officeDocument/2006/relationships/image"/><Relationship Id="rId38" Target="../media/image120.png" Type="http://schemas.openxmlformats.org/officeDocument/2006/relationships/image"/><Relationship Id="rId39" Target="../media/image121.png" Type="http://schemas.openxmlformats.org/officeDocument/2006/relationships/image"/><Relationship Id="rId4" Target="../media/image87.png" Type="http://schemas.openxmlformats.org/officeDocument/2006/relationships/image"/><Relationship Id="rId40" Target="../media/image122.png" Type="http://schemas.openxmlformats.org/officeDocument/2006/relationships/image"/><Relationship Id="rId41" Target="../media/image123.png" Type="http://schemas.openxmlformats.org/officeDocument/2006/relationships/image"/><Relationship Id="rId42" Target="../media/image124.png" Type="http://schemas.openxmlformats.org/officeDocument/2006/relationships/image"/><Relationship Id="rId43" Target="../media/image125.png" Type="http://schemas.openxmlformats.org/officeDocument/2006/relationships/image"/><Relationship Id="rId44" Target="../media/image126.png" Type="http://schemas.openxmlformats.org/officeDocument/2006/relationships/image"/><Relationship Id="rId45" Target="../media/image127.png" Type="http://schemas.openxmlformats.org/officeDocument/2006/relationships/image"/><Relationship Id="rId46" Target="../media/image128.png" Type="http://schemas.openxmlformats.org/officeDocument/2006/relationships/image"/><Relationship Id="rId47" Target="../media/image129.png" Type="http://schemas.openxmlformats.org/officeDocument/2006/relationships/image"/><Relationship Id="rId48" Target="../media/image130.png" Type="http://schemas.openxmlformats.org/officeDocument/2006/relationships/image"/><Relationship Id="rId49" Target="../media/image131.png" Type="http://schemas.openxmlformats.org/officeDocument/2006/relationships/image"/><Relationship Id="rId5" Target="../media/image88.png" Type="http://schemas.openxmlformats.org/officeDocument/2006/relationships/image"/><Relationship Id="rId50" Target="../media/image132.png" Type="http://schemas.openxmlformats.org/officeDocument/2006/relationships/image"/><Relationship Id="rId51" Target="../media/image133.png" Type="http://schemas.openxmlformats.org/officeDocument/2006/relationships/image"/><Relationship Id="rId52" Target="../media/image134.png" Type="http://schemas.openxmlformats.org/officeDocument/2006/relationships/image"/><Relationship Id="rId53" Target="../media/image70.png" Type="http://schemas.openxmlformats.org/officeDocument/2006/relationships/image"/><Relationship Id="rId54" Target="../media/image71.png" Type="http://schemas.openxmlformats.org/officeDocument/2006/relationships/image"/><Relationship Id="rId55" Target="../media/image72.png" Type="http://schemas.openxmlformats.org/officeDocument/2006/relationships/image"/><Relationship Id="rId56" Target="../media/image73.png" Type="http://schemas.openxmlformats.org/officeDocument/2006/relationships/image"/><Relationship Id="rId57" Target="../media/image74.png" Type="http://schemas.openxmlformats.org/officeDocument/2006/relationships/image"/><Relationship Id="rId58" Target="../media/image75.png" Type="http://schemas.openxmlformats.org/officeDocument/2006/relationships/image"/><Relationship Id="rId59" Target="../media/image76.png" Type="http://schemas.openxmlformats.org/officeDocument/2006/relationships/image"/><Relationship Id="rId6" Target="../media/image89.png" Type="http://schemas.openxmlformats.org/officeDocument/2006/relationships/image"/><Relationship Id="rId60" Target="../media/image77.png" Type="http://schemas.openxmlformats.org/officeDocument/2006/relationships/image"/><Relationship Id="rId61" Target="../media/image78.png" Type="http://schemas.openxmlformats.org/officeDocument/2006/relationships/image"/><Relationship Id="rId62" Target="../media/image79.png" Type="http://schemas.openxmlformats.org/officeDocument/2006/relationships/image"/><Relationship Id="rId63" Target="../media/image80.png" Type="http://schemas.openxmlformats.org/officeDocument/2006/relationships/image"/><Relationship Id="rId64" Target="../media/image81.png" Type="http://schemas.openxmlformats.org/officeDocument/2006/relationships/image"/><Relationship Id="rId65" Target="../media/image82.png" Type="http://schemas.openxmlformats.org/officeDocument/2006/relationships/image"/><Relationship Id="rId66" Target="../media/image83.png" Type="http://schemas.openxmlformats.org/officeDocument/2006/relationships/image"/><Relationship Id="rId67" Target="../media/image84.png" Type="http://schemas.openxmlformats.org/officeDocument/2006/relationships/image"/><Relationship Id="rId68" Target="../media/image85.png" Type="http://schemas.openxmlformats.org/officeDocument/2006/relationships/image"/><Relationship Id="rId69" Target="../media/image86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40.png" Type="http://schemas.openxmlformats.org/officeDocument/2006/relationships/image"/><Relationship Id="rId14" Target="../media/image141.png" Type="http://schemas.openxmlformats.org/officeDocument/2006/relationships/image"/><Relationship Id="rId15" Target="../media/image142.png" Type="http://schemas.openxmlformats.org/officeDocument/2006/relationships/image"/><Relationship Id="rId16" Target="../media/image143.png" Type="http://schemas.openxmlformats.org/officeDocument/2006/relationships/image"/><Relationship Id="rId17" Target="../media/image144.png" Type="http://schemas.openxmlformats.org/officeDocument/2006/relationships/image"/><Relationship Id="rId18" Target="../media/image100.png" Type="http://schemas.openxmlformats.org/officeDocument/2006/relationships/image"/><Relationship Id="rId19" Target="../media/image145.png" Type="http://schemas.openxmlformats.org/officeDocument/2006/relationships/image"/><Relationship Id="rId2" Target="../media/image1.png" Type="http://schemas.openxmlformats.org/officeDocument/2006/relationships/image"/><Relationship Id="rId20" Target="../media/image102.png" Type="http://schemas.openxmlformats.org/officeDocument/2006/relationships/image"/><Relationship Id="rId21" Target="../media/image146.png" Type="http://schemas.openxmlformats.org/officeDocument/2006/relationships/image"/><Relationship Id="rId22" Target="../media/image147.png" Type="http://schemas.openxmlformats.org/officeDocument/2006/relationships/image"/><Relationship Id="rId23" Target="../media/image148.png" Type="http://schemas.openxmlformats.org/officeDocument/2006/relationships/image"/><Relationship Id="rId24" Target="../media/image149.png" Type="http://schemas.openxmlformats.org/officeDocument/2006/relationships/image"/><Relationship Id="rId25" Target="../media/image150.png" Type="http://schemas.openxmlformats.org/officeDocument/2006/relationships/image"/><Relationship Id="rId26" Target="../media/image151.png" Type="http://schemas.openxmlformats.org/officeDocument/2006/relationships/image"/><Relationship Id="rId27" Target="../media/image152.png" Type="http://schemas.openxmlformats.org/officeDocument/2006/relationships/image"/><Relationship Id="rId28" Target="../media/image153.png" Type="http://schemas.openxmlformats.org/officeDocument/2006/relationships/image"/><Relationship Id="rId29" Target="../media/image154.png" Type="http://schemas.openxmlformats.org/officeDocument/2006/relationships/image"/><Relationship Id="rId3" Target="../media/image2.png" Type="http://schemas.openxmlformats.org/officeDocument/2006/relationships/image"/><Relationship Id="rId30" Target="../media/image127.png" Type="http://schemas.openxmlformats.org/officeDocument/2006/relationships/image"/><Relationship Id="rId31" Target="../media/image155.png" Type="http://schemas.openxmlformats.org/officeDocument/2006/relationships/image"/><Relationship Id="rId32" Target="../media/image156.png" Type="http://schemas.openxmlformats.org/officeDocument/2006/relationships/image"/><Relationship Id="rId33" Target="../media/image126.png" Type="http://schemas.openxmlformats.org/officeDocument/2006/relationships/image"/><Relationship Id="rId34" Target="../media/image157.png" Type="http://schemas.openxmlformats.org/officeDocument/2006/relationships/image"/><Relationship Id="rId35" Target="../media/image122.png" Type="http://schemas.openxmlformats.org/officeDocument/2006/relationships/image"/><Relationship Id="rId36" Target="../media/image158.png" Type="http://schemas.openxmlformats.org/officeDocument/2006/relationships/image"/><Relationship Id="rId37" Target="../media/image159.png" Type="http://schemas.openxmlformats.org/officeDocument/2006/relationships/image"/><Relationship Id="rId38" Target="../media/image160.png" Type="http://schemas.openxmlformats.org/officeDocument/2006/relationships/image"/><Relationship Id="rId39" Target="../media/image70.png" Type="http://schemas.openxmlformats.org/officeDocument/2006/relationships/image"/><Relationship Id="rId4" Target="../media/image135.png" Type="http://schemas.openxmlformats.org/officeDocument/2006/relationships/image"/><Relationship Id="rId40" Target="../media/image71.png" Type="http://schemas.openxmlformats.org/officeDocument/2006/relationships/image"/><Relationship Id="rId41" Target="../media/image72.png" Type="http://schemas.openxmlformats.org/officeDocument/2006/relationships/image"/><Relationship Id="rId42" Target="../media/image73.png" Type="http://schemas.openxmlformats.org/officeDocument/2006/relationships/image"/><Relationship Id="rId43" Target="../media/image74.png" Type="http://schemas.openxmlformats.org/officeDocument/2006/relationships/image"/><Relationship Id="rId44" Target="../media/image75.png" Type="http://schemas.openxmlformats.org/officeDocument/2006/relationships/image"/><Relationship Id="rId45" Target="../media/image76.png" Type="http://schemas.openxmlformats.org/officeDocument/2006/relationships/image"/><Relationship Id="rId46" Target="../media/image77.png" Type="http://schemas.openxmlformats.org/officeDocument/2006/relationships/image"/><Relationship Id="rId47" Target="../media/image78.png" Type="http://schemas.openxmlformats.org/officeDocument/2006/relationships/image"/><Relationship Id="rId48" Target="../media/image79.png" Type="http://schemas.openxmlformats.org/officeDocument/2006/relationships/image"/><Relationship Id="rId49" Target="../media/image80.png" Type="http://schemas.openxmlformats.org/officeDocument/2006/relationships/image"/><Relationship Id="rId5" Target="../media/image136.png" Type="http://schemas.openxmlformats.org/officeDocument/2006/relationships/image"/><Relationship Id="rId50" Target="../media/image81.png" Type="http://schemas.openxmlformats.org/officeDocument/2006/relationships/image"/><Relationship Id="rId51" Target="../media/image82.png" Type="http://schemas.openxmlformats.org/officeDocument/2006/relationships/image"/><Relationship Id="rId52" Target="../media/image83.png" Type="http://schemas.openxmlformats.org/officeDocument/2006/relationships/image"/><Relationship Id="rId53" Target="../media/image84.png" Type="http://schemas.openxmlformats.org/officeDocument/2006/relationships/image"/><Relationship Id="rId54" Target="../media/image85.png" Type="http://schemas.openxmlformats.org/officeDocument/2006/relationships/image"/><Relationship Id="rId55" Target="../media/image86.png" Type="http://schemas.openxmlformats.org/officeDocument/2006/relationships/image"/><Relationship Id="rId6" Target="../media/image137.png" Type="http://schemas.openxmlformats.org/officeDocument/2006/relationships/image"/><Relationship Id="rId7" Target="../media/image138.png" Type="http://schemas.openxmlformats.org/officeDocument/2006/relationships/image"/><Relationship Id="rId8" Target="../media/image139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9.png" Type="http://schemas.openxmlformats.org/officeDocument/2006/relationships/image"/><Relationship Id="rId11" Target="../media/image170.png" Type="http://schemas.openxmlformats.org/officeDocument/2006/relationships/image"/><Relationship Id="rId12" Target="../media/image171.png" Type="http://schemas.openxmlformats.org/officeDocument/2006/relationships/image"/><Relationship Id="rId13" Target="../media/image172.png" Type="http://schemas.openxmlformats.org/officeDocument/2006/relationships/image"/><Relationship Id="rId14" Target="../media/image173.png" Type="http://schemas.openxmlformats.org/officeDocument/2006/relationships/image"/><Relationship Id="rId15" Target="../media/image174.png" Type="http://schemas.openxmlformats.org/officeDocument/2006/relationships/image"/><Relationship Id="rId16" Target="../media/image175.png" Type="http://schemas.openxmlformats.org/officeDocument/2006/relationships/image"/><Relationship Id="rId17" Target="../media/image176.png" Type="http://schemas.openxmlformats.org/officeDocument/2006/relationships/image"/><Relationship Id="rId18" Target="../media/image177.png" Type="http://schemas.openxmlformats.org/officeDocument/2006/relationships/image"/><Relationship Id="rId19" Target="../media/image178.png" Type="http://schemas.openxmlformats.org/officeDocument/2006/relationships/image"/><Relationship Id="rId2" Target="../media/image161.png" Type="http://schemas.openxmlformats.org/officeDocument/2006/relationships/image"/><Relationship Id="rId20" Target="../media/image179.png" Type="http://schemas.openxmlformats.org/officeDocument/2006/relationships/image"/><Relationship Id="rId21" Target="../media/image180.png" Type="http://schemas.openxmlformats.org/officeDocument/2006/relationships/image"/><Relationship Id="rId22" Target="../media/image1.png" Type="http://schemas.openxmlformats.org/officeDocument/2006/relationships/image"/><Relationship Id="rId23" Target="../media/image2.png" Type="http://schemas.openxmlformats.org/officeDocument/2006/relationships/image"/><Relationship Id="rId24" Target="../media/image181.png" Type="http://schemas.openxmlformats.org/officeDocument/2006/relationships/image"/><Relationship Id="rId25" Target="../media/image182.png" Type="http://schemas.openxmlformats.org/officeDocument/2006/relationships/image"/><Relationship Id="rId26" Target="../media/image183.png" Type="http://schemas.openxmlformats.org/officeDocument/2006/relationships/image"/><Relationship Id="rId27" Target="../media/image184.png" Type="http://schemas.openxmlformats.org/officeDocument/2006/relationships/image"/><Relationship Id="rId28" Target="../media/image185.png" Type="http://schemas.openxmlformats.org/officeDocument/2006/relationships/image"/><Relationship Id="rId29" Target="../media/image92.png" Type="http://schemas.openxmlformats.org/officeDocument/2006/relationships/image"/><Relationship Id="rId3" Target="../media/image162.png" Type="http://schemas.openxmlformats.org/officeDocument/2006/relationships/image"/><Relationship Id="rId30" Target="../media/image93.png" Type="http://schemas.openxmlformats.org/officeDocument/2006/relationships/image"/><Relationship Id="rId31" Target="../media/image10.png" Type="http://schemas.openxmlformats.org/officeDocument/2006/relationships/image"/><Relationship Id="rId32" Target="../media/image186.png" Type="http://schemas.openxmlformats.org/officeDocument/2006/relationships/image"/><Relationship Id="rId33" Target="../media/image187.png" Type="http://schemas.openxmlformats.org/officeDocument/2006/relationships/image"/><Relationship Id="rId34" Target="../media/image188.png" Type="http://schemas.openxmlformats.org/officeDocument/2006/relationships/image"/><Relationship Id="rId35" Target="../media/image189.png" Type="http://schemas.openxmlformats.org/officeDocument/2006/relationships/image"/><Relationship Id="rId36" Target="../media/image98.png" Type="http://schemas.openxmlformats.org/officeDocument/2006/relationships/image"/><Relationship Id="rId37" Target="../media/image16.png" Type="http://schemas.openxmlformats.org/officeDocument/2006/relationships/image"/><Relationship Id="rId38" Target="../media/image190.png" Type="http://schemas.openxmlformats.org/officeDocument/2006/relationships/image"/><Relationship Id="rId39" Target="../media/image101.png" Type="http://schemas.openxmlformats.org/officeDocument/2006/relationships/image"/><Relationship Id="rId4" Target="../media/image163.png" Type="http://schemas.openxmlformats.org/officeDocument/2006/relationships/image"/><Relationship Id="rId40" Target="../media/image102.png" Type="http://schemas.openxmlformats.org/officeDocument/2006/relationships/image"/><Relationship Id="rId41" Target="../media/image70.png" Type="http://schemas.openxmlformats.org/officeDocument/2006/relationships/image"/><Relationship Id="rId42" Target="../media/image71.png" Type="http://schemas.openxmlformats.org/officeDocument/2006/relationships/image"/><Relationship Id="rId43" Target="../media/image72.png" Type="http://schemas.openxmlformats.org/officeDocument/2006/relationships/image"/><Relationship Id="rId44" Target="../media/image73.png" Type="http://schemas.openxmlformats.org/officeDocument/2006/relationships/image"/><Relationship Id="rId45" Target="../media/image74.png" Type="http://schemas.openxmlformats.org/officeDocument/2006/relationships/image"/><Relationship Id="rId46" Target="../media/image75.png" Type="http://schemas.openxmlformats.org/officeDocument/2006/relationships/image"/><Relationship Id="rId47" Target="../media/image76.png" Type="http://schemas.openxmlformats.org/officeDocument/2006/relationships/image"/><Relationship Id="rId48" Target="../media/image77.png" Type="http://schemas.openxmlformats.org/officeDocument/2006/relationships/image"/><Relationship Id="rId49" Target="../media/image78.png" Type="http://schemas.openxmlformats.org/officeDocument/2006/relationships/image"/><Relationship Id="rId5" Target="../media/image164.png" Type="http://schemas.openxmlformats.org/officeDocument/2006/relationships/image"/><Relationship Id="rId50" Target="../media/image79.png" Type="http://schemas.openxmlformats.org/officeDocument/2006/relationships/image"/><Relationship Id="rId51" Target="../media/image80.png" Type="http://schemas.openxmlformats.org/officeDocument/2006/relationships/image"/><Relationship Id="rId52" Target="../media/image81.png" Type="http://schemas.openxmlformats.org/officeDocument/2006/relationships/image"/><Relationship Id="rId53" Target="../media/image82.png" Type="http://schemas.openxmlformats.org/officeDocument/2006/relationships/image"/><Relationship Id="rId54" Target="../media/image83.png" Type="http://schemas.openxmlformats.org/officeDocument/2006/relationships/image"/><Relationship Id="rId55" Target="../media/image84.png" Type="http://schemas.openxmlformats.org/officeDocument/2006/relationships/image"/><Relationship Id="rId56" Target="../media/image85.png" Type="http://schemas.openxmlformats.org/officeDocument/2006/relationships/image"/><Relationship Id="rId57" Target="../media/image86.png" Type="http://schemas.openxmlformats.org/officeDocument/2006/relationships/image"/><Relationship Id="rId6" Target="../media/image165.png" Type="http://schemas.openxmlformats.org/officeDocument/2006/relationships/image"/><Relationship Id="rId7" Target="../media/image166.png" Type="http://schemas.openxmlformats.org/officeDocument/2006/relationships/image"/><Relationship Id="rId8" Target="../media/image167.png" Type="http://schemas.openxmlformats.org/officeDocument/2006/relationships/image"/><Relationship Id="rId9" Target="../media/image16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197.png" Type="http://schemas.openxmlformats.org/officeDocument/2006/relationships/image"/><Relationship Id="rId12" Target="../media/image11.png" Type="http://schemas.openxmlformats.org/officeDocument/2006/relationships/image"/><Relationship Id="rId13" Target="../media/image198.png" Type="http://schemas.openxmlformats.org/officeDocument/2006/relationships/image"/><Relationship Id="rId14" Target="../media/image199.png" Type="http://schemas.openxmlformats.org/officeDocument/2006/relationships/image"/><Relationship Id="rId15" Target="../media/image200.png" Type="http://schemas.openxmlformats.org/officeDocument/2006/relationships/image"/><Relationship Id="rId16" Target="../media/image98.png" Type="http://schemas.openxmlformats.org/officeDocument/2006/relationships/image"/><Relationship Id="rId17" Target="../media/image16.png" Type="http://schemas.openxmlformats.org/officeDocument/2006/relationships/image"/><Relationship Id="rId18" Target="../media/image201.png" Type="http://schemas.openxmlformats.org/officeDocument/2006/relationships/image"/><Relationship Id="rId19" Target="../media/image202.png" Type="http://schemas.openxmlformats.org/officeDocument/2006/relationships/image"/><Relationship Id="rId2" Target="../media/image1.png" Type="http://schemas.openxmlformats.org/officeDocument/2006/relationships/image"/><Relationship Id="rId20" Target="../media/image203.png" Type="http://schemas.openxmlformats.org/officeDocument/2006/relationships/image"/><Relationship Id="rId21" Target="../media/image204.png" Type="http://schemas.openxmlformats.org/officeDocument/2006/relationships/image"/><Relationship Id="rId22" Target="../media/image205.png" Type="http://schemas.openxmlformats.org/officeDocument/2006/relationships/image"/><Relationship Id="rId23" Target="../media/image206.png" Type="http://schemas.openxmlformats.org/officeDocument/2006/relationships/image"/><Relationship Id="rId24" Target="../media/image207.png" Type="http://schemas.openxmlformats.org/officeDocument/2006/relationships/image"/><Relationship Id="rId25" Target="../media/image208.png" Type="http://schemas.openxmlformats.org/officeDocument/2006/relationships/image"/><Relationship Id="rId26" Target="../media/image209.png" Type="http://schemas.openxmlformats.org/officeDocument/2006/relationships/image"/><Relationship Id="rId27" Target="../media/image210.png" Type="http://schemas.openxmlformats.org/officeDocument/2006/relationships/image"/><Relationship Id="rId28" Target="../media/image211.png" Type="http://schemas.openxmlformats.org/officeDocument/2006/relationships/image"/><Relationship Id="rId29" Target="../media/image212.png" Type="http://schemas.openxmlformats.org/officeDocument/2006/relationships/image"/><Relationship Id="rId3" Target="../media/image2.png" Type="http://schemas.openxmlformats.org/officeDocument/2006/relationships/image"/><Relationship Id="rId30" Target="../media/image213.png" Type="http://schemas.openxmlformats.org/officeDocument/2006/relationships/image"/><Relationship Id="rId31" Target="../media/image70.png" Type="http://schemas.openxmlformats.org/officeDocument/2006/relationships/image"/><Relationship Id="rId32" Target="../media/image71.png" Type="http://schemas.openxmlformats.org/officeDocument/2006/relationships/image"/><Relationship Id="rId33" Target="../media/image72.png" Type="http://schemas.openxmlformats.org/officeDocument/2006/relationships/image"/><Relationship Id="rId34" Target="../media/image73.png" Type="http://schemas.openxmlformats.org/officeDocument/2006/relationships/image"/><Relationship Id="rId35" Target="../media/image74.png" Type="http://schemas.openxmlformats.org/officeDocument/2006/relationships/image"/><Relationship Id="rId36" Target="../media/image75.png" Type="http://schemas.openxmlformats.org/officeDocument/2006/relationships/image"/><Relationship Id="rId37" Target="../media/image76.png" Type="http://schemas.openxmlformats.org/officeDocument/2006/relationships/image"/><Relationship Id="rId38" Target="../media/image77.png" Type="http://schemas.openxmlformats.org/officeDocument/2006/relationships/image"/><Relationship Id="rId39" Target="../media/image78.png" Type="http://schemas.openxmlformats.org/officeDocument/2006/relationships/image"/><Relationship Id="rId4" Target="../media/image191.png" Type="http://schemas.openxmlformats.org/officeDocument/2006/relationships/image"/><Relationship Id="rId40" Target="../media/image79.png" Type="http://schemas.openxmlformats.org/officeDocument/2006/relationships/image"/><Relationship Id="rId41" Target="../media/image80.png" Type="http://schemas.openxmlformats.org/officeDocument/2006/relationships/image"/><Relationship Id="rId42" Target="../media/image81.png" Type="http://schemas.openxmlformats.org/officeDocument/2006/relationships/image"/><Relationship Id="rId43" Target="../media/image82.png" Type="http://schemas.openxmlformats.org/officeDocument/2006/relationships/image"/><Relationship Id="rId44" Target="../media/image83.png" Type="http://schemas.openxmlformats.org/officeDocument/2006/relationships/image"/><Relationship Id="rId45" Target="../media/image84.png" Type="http://schemas.openxmlformats.org/officeDocument/2006/relationships/image"/><Relationship Id="rId46" Target="../media/image85.png" Type="http://schemas.openxmlformats.org/officeDocument/2006/relationships/image"/><Relationship Id="rId47" Target="../media/image86.png" Type="http://schemas.openxmlformats.org/officeDocument/2006/relationships/image"/><Relationship Id="rId5" Target="../media/image192.png" Type="http://schemas.openxmlformats.org/officeDocument/2006/relationships/image"/><Relationship Id="rId6" Target="../media/image193.png" Type="http://schemas.openxmlformats.org/officeDocument/2006/relationships/image"/><Relationship Id="rId7" Target="../media/image194.png" Type="http://schemas.openxmlformats.org/officeDocument/2006/relationships/image"/><Relationship Id="rId8" Target="../media/image195.png" Type="http://schemas.openxmlformats.org/officeDocument/2006/relationships/image"/><Relationship Id="rId9" Target="../media/image19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9.png" Type="http://schemas.openxmlformats.org/officeDocument/2006/relationships/image"/><Relationship Id="rId11" Target="../media/image10.png" Type="http://schemas.openxmlformats.org/officeDocument/2006/relationships/image"/><Relationship Id="rId12" Target="../media/image220.png" Type="http://schemas.openxmlformats.org/officeDocument/2006/relationships/image"/><Relationship Id="rId13" Target="../media/image221.png" Type="http://schemas.openxmlformats.org/officeDocument/2006/relationships/image"/><Relationship Id="rId14" Target="../media/image222.png" Type="http://schemas.openxmlformats.org/officeDocument/2006/relationships/image"/><Relationship Id="rId15" Target="../media/image223.png" Type="http://schemas.openxmlformats.org/officeDocument/2006/relationships/image"/><Relationship Id="rId16" Target="../media/image143.png" Type="http://schemas.openxmlformats.org/officeDocument/2006/relationships/image"/><Relationship Id="rId17" Target="../media/image16.png" Type="http://schemas.openxmlformats.org/officeDocument/2006/relationships/image"/><Relationship Id="rId18" Target="../media/image100.png" Type="http://schemas.openxmlformats.org/officeDocument/2006/relationships/image"/><Relationship Id="rId19" Target="../media/image101.png" Type="http://schemas.openxmlformats.org/officeDocument/2006/relationships/image"/><Relationship Id="rId2" Target="../media/image1.png" Type="http://schemas.openxmlformats.org/officeDocument/2006/relationships/image"/><Relationship Id="rId20" Target="../media/image224.png" Type="http://schemas.openxmlformats.org/officeDocument/2006/relationships/image"/><Relationship Id="rId21" Target="../media/image225.png" Type="http://schemas.openxmlformats.org/officeDocument/2006/relationships/image"/><Relationship Id="rId22" Target="../media/image226.png" Type="http://schemas.openxmlformats.org/officeDocument/2006/relationships/image"/><Relationship Id="rId23" Target="../media/image227.png" Type="http://schemas.openxmlformats.org/officeDocument/2006/relationships/image"/><Relationship Id="rId24" Target="../media/image228.png" Type="http://schemas.openxmlformats.org/officeDocument/2006/relationships/image"/><Relationship Id="rId25" Target="../media/image229.png" Type="http://schemas.openxmlformats.org/officeDocument/2006/relationships/image"/><Relationship Id="rId26" Target="../media/image230.png" Type="http://schemas.openxmlformats.org/officeDocument/2006/relationships/image"/><Relationship Id="rId27" Target="../media/image231.png" Type="http://schemas.openxmlformats.org/officeDocument/2006/relationships/image"/><Relationship Id="rId28" Target="../media/image232.png" Type="http://schemas.openxmlformats.org/officeDocument/2006/relationships/image"/><Relationship Id="rId29" Target="../media/image233.png" Type="http://schemas.openxmlformats.org/officeDocument/2006/relationships/image"/><Relationship Id="rId3" Target="../media/image2.png" Type="http://schemas.openxmlformats.org/officeDocument/2006/relationships/image"/><Relationship Id="rId30" Target="../media/image234.png" Type="http://schemas.openxmlformats.org/officeDocument/2006/relationships/image"/><Relationship Id="rId31" Target="../media/image70.png" Type="http://schemas.openxmlformats.org/officeDocument/2006/relationships/image"/><Relationship Id="rId32" Target="../media/image71.png" Type="http://schemas.openxmlformats.org/officeDocument/2006/relationships/image"/><Relationship Id="rId33" Target="../media/image72.png" Type="http://schemas.openxmlformats.org/officeDocument/2006/relationships/image"/><Relationship Id="rId34" Target="../media/image73.png" Type="http://schemas.openxmlformats.org/officeDocument/2006/relationships/image"/><Relationship Id="rId35" Target="../media/image74.png" Type="http://schemas.openxmlformats.org/officeDocument/2006/relationships/image"/><Relationship Id="rId36" Target="../media/image75.png" Type="http://schemas.openxmlformats.org/officeDocument/2006/relationships/image"/><Relationship Id="rId37" Target="../media/image76.png" Type="http://schemas.openxmlformats.org/officeDocument/2006/relationships/image"/><Relationship Id="rId38" Target="../media/image77.png" Type="http://schemas.openxmlformats.org/officeDocument/2006/relationships/image"/><Relationship Id="rId39" Target="../media/image78.png" Type="http://schemas.openxmlformats.org/officeDocument/2006/relationships/image"/><Relationship Id="rId4" Target="../media/image135.png" Type="http://schemas.openxmlformats.org/officeDocument/2006/relationships/image"/><Relationship Id="rId40" Target="../media/image79.png" Type="http://schemas.openxmlformats.org/officeDocument/2006/relationships/image"/><Relationship Id="rId41" Target="../media/image80.png" Type="http://schemas.openxmlformats.org/officeDocument/2006/relationships/image"/><Relationship Id="rId42" Target="../media/image81.png" Type="http://schemas.openxmlformats.org/officeDocument/2006/relationships/image"/><Relationship Id="rId43" Target="../media/image82.png" Type="http://schemas.openxmlformats.org/officeDocument/2006/relationships/image"/><Relationship Id="rId44" Target="../media/image83.png" Type="http://schemas.openxmlformats.org/officeDocument/2006/relationships/image"/><Relationship Id="rId45" Target="../media/image84.png" Type="http://schemas.openxmlformats.org/officeDocument/2006/relationships/image"/><Relationship Id="rId46" Target="../media/image85.png" Type="http://schemas.openxmlformats.org/officeDocument/2006/relationships/image"/><Relationship Id="rId47" Target="../media/image86.png" Type="http://schemas.openxmlformats.org/officeDocument/2006/relationships/image"/><Relationship Id="rId5" Target="../media/image214.png" Type="http://schemas.openxmlformats.org/officeDocument/2006/relationships/image"/><Relationship Id="rId6" Target="../media/image215.png" Type="http://schemas.openxmlformats.org/officeDocument/2006/relationships/image"/><Relationship Id="rId7" Target="../media/image216.png" Type="http://schemas.openxmlformats.org/officeDocument/2006/relationships/image"/><Relationship Id="rId8" Target="../media/image217.png" Type="http://schemas.openxmlformats.org/officeDocument/2006/relationships/image"/><Relationship Id="rId9" Target="../media/image2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241.png" Type="http://schemas.openxmlformats.org/officeDocument/2006/relationships/image"/><Relationship Id="rId14" Target="../media/image242.png" Type="http://schemas.openxmlformats.org/officeDocument/2006/relationships/image"/><Relationship Id="rId15" Target="../media/image243.png" Type="http://schemas.openxmlformats.org/officeDocument/2006/relationships/image"/><Relationship Id="rId16" Target="../media/image143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244.png" Type="http://schemas.openxmlformats.org/officeDocument/2006/relationships/image"/><Relationship Id="rId2" Target="../media/image1.png" Type="http://schemas.openxmlformats.org/officeDocument/2006/relationships/image"/><Relationship Id="rId20" Target="../media/image245.png" Type="http://schemas.openxmlformats.org/officeDocument/2006/relationships/image"/><Relationship Id="rId21" Target="../media/image246.png" Type="http://schemas.openxmlformats.org/officeDocument/2006/relationships/image"/><Relationship Id="rId22" Target="../media/image247.png" Type="http://schemas.openxmlformats.org/officeDocument/2006/relationships/image"/><Relationship Id="rId23" Target="../media/image248.png" Type="http://schemas.openxmlformats.org/officeDocument/2006/relationships/image"/><Relationship Id="rId24" Target="../media/image249.png" Type="http://schemas.openxmlformats.org/officeDocument/2006/relationships/image"/><Relationship Id="rId25" Target="../media/image250.png" Type="http://schemas.openxmlformats.org/officeDocument/2006/relationships/image"/><Relationship Id="rId26" Target="../media/image251.png" Type="http://schemas.openxmlformats.org/officeDocument/2006/relationships/image"/><Relationship Id="rId27" Target="../media/image252.png" Type="http://schemas.openxmlformats.org/officeDocument/2006/relationships/image"/><Relationship Id="rId28" Target="../media/image253.png" Type="http://schemas.openxmlformats.org/officeDocument/2006/relationships/image"/><Relationship Id="rId29" Target="../media/image254.png" Type="http://schemas.openxmlformats.org/officeDocument/2006/relationships/image"/><Relationship Id="rId3" Target="../media/image2.png" Type="http://schemas.openxmlformats.org/officeDocument/2006/relationships/image"/><Relationship Id="rId30" Target="../media/image255.png" Type="http://schemas.openxmlformats.org/officeDocument/2006/relationships/image"/><Relationship Id="rId31" Target="../media/image70.png" Type="http://schemas.openxmlformats.org/officeDocument/2006/relationships/image"/><Relationship Id="rId32" Target="../media/image71.png" Type="http://schemas.openxmlformats.org/officeDocument/2006/relationships/image"/><Relationship Id="rId33" Target="../media/image72.png" Type="http://schemas.openxmlformats.org/officeDocument/2006/relationships/image"/><Relationship Id="rId34" Target="../media/image73.png" Type="http://schemas.openxmlformats.org/officeDocument/2006/relationships/image"/><Relationship Id="rId35" Target="../media/image74.png" Type="http://schemas.openxmlformats.org/officeDocument/2006/relationships/image"/><Relationship Id="rId36" Target="../media/image75.png" Type="http://schemas.openxmlformats.org/officeDocument/2006/relationships/image"/><Relationship Id="rId37" Target="../media/image76.png" Type="http://schemas.openxmlformats.org/officeDocument/2006/relationships/image"/><Relationship Id="rId38" Target="../media/image77.png" Type="http://schemas.openxmlformats.org/officeDocument/2006/relationships/image"/><Relationship Id="rId39" Target="../media/image78.png" Type="http://schemas.openxmlformats.org/officeDocument/2006/relationships/image"/><Relationship Id="rId4" Target="../media/image235.png" Type="http://schemas.openxmlformats.org/officeDocument/2006/relationships/image"/><Relationship Id="rId40" Target="../media/image79.png" Type="http://schemas.openxmlformats.org/officeDocument/2006/relationships/image"/><Relationship Id="rId41" Target="../media/image80.png" Type="http://schemas.openxmlformats.org/officeDocument/2006/relationships/image"/><Relationship Id="rId42" Target="../media/image81.png" Type="http://schemas.openxmlformats.org/officeDocument/2006/relationships/image"/><Relationship Id="rId43" Target="../media/image82.png" Type="http://schemas.openxmlformats.org/officeDocument/2006/relationships/image"/><Relationship Id="rId44" Target="../media/image83.png" Type="http://schemas.openxmlformats.org/officeDocument/2006/relationships/image"/><Relationship Id="rId45" Target="../media/image84.png" Type="http://schemas.openxmlformats.org/officeDocument/2006/relationships/image"/><Relationship Id="rId46" Target="../media/image85.png" Type="http://schemas.openxmlformats.org/officeDocument/2006/relationships/image"/><Relationship Id="rId47" Target="../media/image86.png" Type="http://schemas.openxmlformats.org/officeDocument/2006/relationships/image"/><Relationship Id="rId5" Target="../media/image236.png" Type="http://schemas.openxmlformats.org/officeDocument/2006/relationships/image"/><Relationship Id="rId6" Target="../media/image237.png" Type="http://schemas.openxmlformats.org/officeDocument/2006/relationships/image"/><Relationship Id="rId7" Target="../media/image238.png" Type="http://schemas.openxmlformats.org/officeDocument/2006/relationships/image"/><Relationship Id="rId8" Target="../media/image239.png" Type="http://schemas.openxmlformats.org/officeDocument/2006/relationships/image"/><Relationship Id="rId9" Target="../media/image2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261.png" Type="http://schemas.openxmlformats.org/officeDocument/2006/relationships/image"/><Relationship Id="rId12" Target="../media/image262.png" Type="http://schemas.openxmlformats.org/officeDocument/2006/relationships/image"/><Relationship Id="rId13" Target="../media/image187.png" Type="http://schemas.openxmlformats.org/officeDocument/2006/relationships/image"/><Relationship Id="rId14" Target="../media/image263.png" Type="http://schemas.openxmlformats.org/officeDocument/2006/relationships/image"/><Relationship Id="rId15" Target="../media/image264.png" Type="http://schemas.openxmlformats.org/officeDocument/2006/relationships/image"/><Relationship Id="rId16" Target="../media/image143.png" Type="http://schemas.openxmlformats.org/officeDocument/2006/relationships/image"/><Relationship Id="rId17" Target="../media/image265.png" Type="http://schemas.openxmlformats.org/officeDocument/2006/relationships/image"/><Relationship Id="rId18" Target="../media/image266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267.png" Type="http://schemas.openxmlformats.org/officeDocument/2006/relationships/image"/><Relationship Id="rId21" Target="../media/image268.png" Type="http://schemas.openxmlformats.org/officeDocument/2006/relationships/image"/><Relationship Id="rId22" Target="../media/image269.png" Type="http://schemas.openxmlformats.org/officeDocument/2006/relationships/image"/><Relationship Id="rId23" Target="../media/image270.png" Type="http://schemas.openxmlformats.org/officeDocument/2006/relationships/image"/><Relationship Id="rId24" Target="../media/image271.png" Type="http://schemas.openxmlformats.org/officeDocument/2006/relationships/image"/><Relationship Id="rId25" Target="../media/image272.png" Type="http://schemas.openxmlformats.org/officeDocument/2006/relationships/image"/><Relationship Id="rId26" Target="../media/image273.png" Type="http://schemas.openxmlformats.org/officeDocument/2006/relationships/image"/><Relationship Id="rId27" Target="../media/image274.png" Type="http://schemas.openxmlformats.org/officeDocument/2006/relationships/image"/><Relationship Id="rId28" Target="../media/image275.png" Type="http://schemas.openxmlformats.org/officeDocument/2006/relationships/image"/><Relationship Id="rId29" Target="../media/image276.png" Type="http://schemas.openxmlformats.org/officeDocument/2006/relationships/image"/><Relationship Id="rId3" Target="../media/image2.png" Type="http://schemas.openxmlformats.org/officeDocument/2006/relationships/image"/><Relationship Id="rId30" Target="../media/image277.png" Type="http://schemas.openxmlformats.org/officeDocument/2006/relationships/image"/><Relationship Id="rId31" Target="../media/image278.png" Type="http://schemas.openxmlformats.org/officeDocument/2006/relationships/image"/><Relationship Id="rId32" Target="../media/image279.png" Type="http://schemas.openxmlformats.org/officeDocument/2006/relationships/image"/><Relationship Id="rId33" Target="../media/image280.png" Type="http://schemas.openxmlformats.org/officeDocument/2006/relationships/image"/><Relationship Id="rId34" Target="../media/image281.png" Type="http://schemas.openxmlformats.org/officeDocument/2006/relationships/image"/><Relationship Id="rId35" Target="../media/image282.png" Type="http://schemas.openxmlformats.org/officeDocument/2006/relationships/image"/><Relationship Id="rId36" Target="../media/image283.png" Type="http://schemas.openxmlformats.org/officeDocument/2006/relationships/image"/><Relationship Id="rId37" Target="../media/image284.png" Type="http://schemas.openxmlformats.org/officeDocument/2006/relationships/image"/><Relationship Id="rId38" Target="../media/image285.png" Type="http://schemas.openxmlformats.org/officeDocument/2006/relationships/image"/><Relationship Id="rId39" Target="../media/image286.png" Type="http://schemas.openxmlformats.org/officeDocument/2006/relationships/image"/><Relationship Id="rId4" Target="../media/image256.png" Type="http://schemas.openxmlformats.org/officeDocument/2006/relationships/image"/><Relationship Id="rId40" Target="../media/image287.png" Type="http://schemas.openxmlformats.org/officeDocument/2006/relationships/image"/><Relationship Id="rId41" Target="../media/image288.png" Type="http://schemas.openxmlformats.org/officeDocument/2006/relationships/image"/><Relationship Id="rId42" Target="../media/image289.png" Type="http://schemas.openxmlformats.org/officeDocument/2006/relationships/image"/><Relationship Id="rId43" Target="../media/image290.png" Type="http://schemas.openxmlformats.org/officeDocument/2006/relationships/image"/><Relationship Id="rId44" Target="../media/image291.png" Type="http://schemas.openxmlformats.org/officeDocument/2006/relationships/image"/><Relationship Id="rId45" Target="../media/image292.png" Type="http://schemas.openxmlformats.org/officeDocument/2006/relationships/image"/><Relationship Id="rId46" Target="../media/image293.png" Type="http://schemas.openxmlformats.org/officeDocument/2006/relationships/image"/><Relationship Id="rId47" Target="../media/image294.png" Type="http://schemas.openxmlformats.org/officeDocument/2006/relationships/image"/><Relationship Id="rId48" Target="../media/image295.png" Type="http://schemas.openxmlformats.org/officeDocument/2006/relationships/image"/><Relationship Id="rId49" Target="../media/image296.png" Type="http://schemas.openxmlformats.org/officeDocument/2006/relationships/image"/><Relationship Id="rId5" Target="../media/image257.png" Type="http://schemas.openxmlformats.org/officeDocument/2006/relationships/image"/><Relationship Id="rId50" Target="../media/image297.png" Type="http://schemas.openxmlformats.org/officeDocument/2006/relationships/image"/><Relationship Id="rId51" Target="../media/image298.png" Type="http://schemas.openxmlformats.org/officeDocument/2006/relationships/image"/><Relationship Id="rId52" Target="../media/image299.png" Type="http://schemas.openxmlformats.org/officeDocument/2006/relationships/image"/><Relationship Id="rId53" Target="../media/image300.png" Type="http://schemas.openxmlformats.org/officeDocument/2006/relationships/image"/><Relationship Id="rId54" Target="../media/image301.png" Type="http://schemas.openxmlformats.org/officeDocument/2006/relationships/image"/><Relationship Id="rId55" Target="../media/image302.png" Type="http://schemas.openxmlformats.org/officeDocument/2006/relationships/image"/><Relationship Id="rId56" Target="../media/image303.png" Type="http://schemas.openxmlformats.org/officeDocument/2006/relationships/image"/><Relationship Id="rId57" Target="../media/image304.png" Type="http://schemas.openxmlformats.org/officeDocument/2006/relationships/image"/><Relationship Id="rId58" Target="../media/image305.png" Type="http://schemas.openxmlformats.org/officeDocument/2006/relationships/image"/><Relationship Id="rId59" Target="../media/image306.png" Type="http://schemas.openxmlformats.org/officeDocument/2006/relationships/image"/><Relationship Id="rId6" Target="../media/image258.png" Type="http://schemas.openxmlformats.org/officeDocument/2006/relationships/image"/><Relationship Id="rId60" Target="../media/image307.png" Type="http://schemas.openxmlformats.org/officeDocument/2006/relationships/image"/><Relationship Id="rId61" Target="../media/image308.png" Type="http://schemas.openxmlformats.org/officeDocument/2006/relationships/image"/><Relationship Id="rId62" Target="../media/image309.png" Type="http://schemas.openxmlformats.org/officeDocument/2006/relationships/image"/><Relationship Id="rId63" Target="../media/image310.png" Type="http://schemas.openxmlformats.org/officeDocument/2006/relationships/image"/><Relationship Id="rId64" Target="../media/image311.png" Type="http://schemas.openxmlformats.org/officeDocument/2006/relationships/image"/><Relationship Id="rId65" Target="../media/image312.png" Type="http://schemas.openxmlformats.org/officeDocument/2006/relationships/image"/><Relationship Id="rId66" Target="../media/image313.png" Type="http://schemas.openxmlformats.org/officeDocument/2006/relationships/image"/><Relationship Id="rId67" Target="../media/image314.png" Type="http://schemas.openxmlformats.org/officeDocument/2006/relationships/image"/><Relationship Id="rId68" Target="../media/image315.png" Type="http://schemas.openxmlformats.org/officeDocument/2006/relationships/image"/><Relationship Id="rId69" Target="../media/image316.png" Type="http://schemas.openxmlformats.org/officeDocument/2006/relationships/image"/><Relationship Id="rId7" Target="../media/image259.png" Type="http://schemas.openxmlformats.org/officeDocument/2006/relationships/image"/><Relationship Id="rId70" Target="../media/image317.png" Type="http://schemas.openxmlformats.org/officeDocument/2006/relationships/image"/><Relationship Id="rId71" Target="../media/image70.png" Type="http://schemas.openxmlformats.org/officeDocument/2006/relationships/image"/><Relationship Id="rId72" Target="../media/image71.png" Type="http://schemas.openxmlformats.org/officeDocument/2006/relationships/image"/><Relationship Id="rId73" Target="../media/image72.png" Type="http://schemas.openxmlformats.org/officeDocument/2006/relationships/image"/><Relationship Id="rId74" Target="../media/image73.png" Type="http://schemas.openxmlformats.org/officeDocument/2006/relationships/image"/><Relationship Id="rId75" Target="../media/image74.png" Type="http://schemas.openxmlformats.org/officeDocument/2006/relationships/image"/><Relationship Id="rId76" Target="../media/image75.png" Type="http://schemas.openxmlformats.org/officeDocument/2006/relationships/image"/><Relationship Id="rId77" Target="../media/image76.png" Type="http://schemas.openxmlformats.org/officeDocument/2006/relationships/image"/><Relationship Id="rId78" Target="../media/image77.png" Type="http://schemas.openxmlformats.org/officeDocument/2006/relationships/image"/><Relationship Id="rId79" Target="../media/image78.png" Type="http://schemas.openxmlformats.org/officeDocument/2006/relationships/image"/><Relationship Id="rId8" Target="../media/image260.png" Type="http://schemas.openxmlformats.org/officeDocument/2006/relationships/image"/><Relationship Id="rId80" Target="../media/image79.png" Type="http://schemas.openxmlformats.org/officeDocument/2006/relationships/image"/><Relationship Id="rId81" Target="../media/image80.png" Type="http://schemas.openxmlformats.org/officeDocument/2006/relationships/image"/><Relationship Id="rId82" Target="../media/image81.png" Type="http://schemas.openxmlformats.org/officeDocument/2006/relationships/image"/><Relationship Id="rId83" Target="../media/image82.png" Type="http://schemas.openxmlformats.org/officeDocument/2006/relationships/image"/><Relationship Id="rId84" Target="../media/image83.png" Type="http://schemas.openxmlformats.org/officeDocument/2006/relationships/image"/><Relationship Id="rId85" Target="../media/image84.png" Type="http://schemas.openxmlformats.org/officeDocument/2006/relationships/image"/><Relationship Id="rId86" Target="../media/image85.png" Type="http://schemas.openxmlformats.org/officeDocument/2006/relationships/image"/><Relationship Id="rId87" Target="../media/image86.png" Type="http://schemas.openxmlformats.org/officeDocument/2006/relationships/image"/><Relationship Id="rId88" Target="../media/image318.png" Type="http://schemas.openxmlformats.org/officeDocument/2006/relationships/image"/><Relationship Id="rId9" Target="../media/image19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2.png" Type="http://schemas.openxmlformats.org/officeDocument/2006/relationships/image"/><Relationship Id="rId11" Target="../media/image10.png" Type="http://schemas.openxmlformats.org/officeDocument/2006/relationships/image"/><Relationship Id="rId12" Target="../media/image220.png" Type="http://schemas.openxmlformats.org/officeDocument/2006/relationships/image"/><Relationship Id="rId13" Target="../media/image323.png" Type="http://schemas.openxmlformats.org/officeDocument/2006/relationships/image"/><Relationship Id="rId14" Target="../media/image324.png" Type="http://schemas.openxmlformats.org/officeDocument/2006/relationships/image"/><Relationship Id="rId15" Target="../media/image325.png" Type="http://schemas.openxmlformats.org/officeDocument/2006/relationships/image"/><Relationship Id="rId16" Target="../media/image326.png" Type="http://schemas.openxmlformats.org/officeDocument/2006/relationships/image"/><Relationship Id="rId17" Target="../media/image16.png" Type="http://schemas.openxmlformats.org/officeDocument/2006/relationships/image"/><Relationship Id="rId18" Target="../media/image100.png" Type="http://schemas.openxmlformats.org/officeDocument/2006/relationships/image"/><Relationship Id="rId19" Target="../media/image101.png" Type="http://schemas.openxmlformats.org/officeDocument/2006/relationships/image"/><Relationship Id="rId2" Target="../media/image1.png" Type="http://schemas.openxmlformats.org/officeDocument/2006/relationships/image"/><Relationship Id="rId20" Target="../media/image102.png" Type="http://schemas.openxmlformats.org/officeDocument/2006/relationships/image"/><Relationship Id="rId21" Target="../media/image327.png" Type="http://schemas.openxmlformats.org/officeDocument/2006/relationships/image"/><Relationship Id="rId22" Target="../media/image328.png" Type="http://schemas.openxmlformats.org/officeDocument/2006/relationships/image"/><Relationship Id="rId23" Target="../media/image329.png" Type="http://schemas.openxmlformats.org/officeDocument/2006/relationships/image"/><Relationship Id="rId24" Target="../media/image330.png" Type="http://schemas.openxmlformats.org/officeDocument/2006/relationships/image"/><Relationship Id="rId25" Target="../media/image331.png" Type="http://schemas.openxmlformats.org/officeDocument/2006/relationships/image"/><Relationship Id="rId26" Target="../media/image332.png" Type="http://schemas.openxmlformats.org/officeDocument/2006/relationships/image"/><Relationship Id="rId27" Target="../media/image333.png" Type="http://schemas.openxmlformats.org/officeDocument/2006/relationships/image"/><Relationship Id="rId28" Target="../media/image334.png" Type="http://schemas.openxmlformats.org/officeDocument/2006/relationships/image"/><Relationship Id="rId29" Target="../media/image335.png" Type="http://schemas.openxmlformats.org/officeDocument/2006/relationships/image"/><Relationship Id="rId3" Target="../media/image2.png" Type="http://schemas.openxmlformats.org/officeDocument/2006/relationships/image"/><Relationship Id="rId30" Target="../media/image336.png" Type="http://schemas.openxmlformats.org/officeDocument/2006/relationships/image"/><Relationship Id="rId31" Target="../media/image337.png" Type="http://schemas.openxmlformats.org/officeDocument/2006/relationships/image"/><Relationship Id="rId32" Target="../media/image338.png" Type="http://schemas.openxmlformats.org/officeDocument/2006/relationships/image"/><Relationship Id="rId33" Target="../media/image339.png" Type="http://schemas.openxmlformats.org/officeDocument/2006/relationships/image"/><Relationship Id="rId34" Target="../media/image340.png" Type="http://schemas.openxmlformats.org/officeDocument/2006/relationships/image"/><Relationship Id="rId35" Target="../media/image341.png" Type="http://schemas.openxmlformats.org/officeDocument/2006/relationships/image"/><Relationship Id="rId36" Target="../media/image342.png" Type="http://schemas.openxmlformats.org/officeDocument/2006/relationships/image"/><Relationship Id="rId37" Target="../media/image343.png" Type="http://schemas.openxmlformats.org/officeDocument/2006/relationships/image"/><Relationship Id="rId38" Target="../media/image344.png" Type="http://schemas.openxmlformats.org/officeDocument/2006/relationships/image"/><Relationship Id="rId39" Target="../media/image345.png" Type="http://schemas.openxmlformats.org/officeDocument/2006/relationships/image"/><Relationship Id="rId4" Target="../media/image135.png" Type="http://schemas.openxmlformats.org/officeDocument/2006/relationships/image"/><Relationship Id="rId40" Target="../media/image346.png" Type="http://schemas.openxmlformats.org/officeDocument/2006/relationships/image"/><Relationship Id="rId41" Target="../media/image347.png" Type="http://schemas.openxmlformats.org/officeDocument/2006/relationships/image"/><Relationship Id="rId42" Target="../media/image348.png" Type="http://schemas.openxmlformats.org/officeDocument/2006/relationships/image"/><Relationship Id="rId43" Target="../media/image349.png" Type="http://schemas.openxmlformats.org/officeDocument/2006/relationships/image"/><Relationship Id="rId44" Target="../media/image350.png" Type="http://schemas.openxmlformats.org/officeDocument/2006/relationships/image"/><Relationship Id="rId45" Target="../media/image351.png" Type="http://schemas.openxmlformats.org/officeDocument/2006/relationships/image"/><Relationship Id="rId46" Target="../media/image352.png" Type="http://schemas.openxmlformats.org/officeDocument/2006/relationships/image"/><Relationship Id="rId47" Target="../media/image353.png" Type="http://schemas.openxmlformats.org/officeDocument/2006/relationships/image"/><Relationship Id="rId48" Target="../media/image354.png" Type="http://schemas.openxmlformats.org/officeDocument/2006/relationships/image"/><Relationship Id="rId49" Target="../media/image355.png" Type="http://schemas.openxmlformats.org/officeDocument/2006/relationships/image"/><Relationship Id="rId5" Target="../media/image319.png" Type="http://schemas.openxmlformats.org/officeDocument/2006/relationships/image"/><Relationship Id="rId50" Target="../media/image356.png" Type="http://schemas.openxmlformats.org/officeDocument/2006/relationships/image"/><Relationship Id="rId51" Target="../media/image357.png" Type="http://schemas.openxmlformats.org/officeDocument/2006/relationships/image"/><Relationship Id="rId52" Target="../media/image358.png" Type="http://schemas.openxmlformats.org/officeDocument/2006/relationships/image"/><Relationship Id="rId53" Target="../media/image359.png" Type="http://schemas.openxmlformats.org/officeDocument/2006/relationships/image"/><Relationship Id="rId54" Target="../media/image360.png" Type="http://schemas.openxmlformats.org/officeDocument/2006/relationships/image"/><Relationship Id="rId55" Target="../media/image361.png" Type="http://schemas.openxmlformats.org/officeDocument/2006/relationships/image"/><Relationship Id="rId56" Target="../media/image362.png" Type="http://schemas.openxmlformats.org/officeDocument/2006/relationships/image"/><Relationship Id="rId57" Target="../media/image363.png" Type="http://schemas.openxmlformats.org/officeDocument/2006/relationships/image"/><Relationship Id="rId58" Target="../media/image364.png" Type="http://schemas.openxmlformats.org/officeDocument/2006/relationships/image"/><Relationship Id="rId59" Target="../media/image365.png" Type="http://schemas.openxmlformats.org/officeDocument/2006/relationships/image"/><Relationship Id="rId6" Target="../media/image320.png" Type="http://schemas.openxmlformats.org/officeDocument/2006/relationships/image"/><Relationship Id="rId60" Target="../media/image366.png" Type="http://schemas.openxmlformats.org/officeDocument/2006/relationships/image"/><Relationship Id="rId61" Target="../media/image367.png" Type="http://schemas.openxmlformats.org/officeDocument/2006/relationships/image"/><Relationship Id="rId62" Target="../media/image368.png" Type="http://schemas.openxmlformats.org/officeDocument/2006/relationships/image"/><Relationship Id="rId63" Target="../media/image369.png" Type="http://schemas.openxmlformats.org/officeDocument/2006/relationships/image"/><Relationship Id="rId64" Target="../media/image370.png" Type="http://schemas.openxmlformats.org/officeDocument/2006/relationships/image"/><Relationship Id="rId65" Target="../media/image371.png" Type="http://schemas.openxmlformats.org/officeDocument/2006/relationships/image"/><Relationship Id="rId66" Target="../media/image372.png" Type="http://schemas.openxmlformats.org/officeDocument/2006/relationships/image"/><Relationship Id="rId67" Target="../media/image373.png" Type="http://schemas.openxmlformats.org/officeDocument/2006/relationships/image"/><Relationship Id="rId68" Target="../media/image374.png" Type="http://schemas.openxmlformats.org/officeDocument/2006/relationships/image"/><Relationship Id="rId69" Target="../media/image375.png" Type="http://schemas.openxmlformats.org/officeDocument/2006/relationships/image"/><Relationship Id="rId7" Target="../media/image90.png" Type="http://schemas.openxmlformats.org/officeDocument/2006/relationships/image"/><Relationship Id="rId70" Target="../media/image376.png" Type="http://schemas.openxmlformats.org/officeDocument/2006/relationships/image"/><Relationship Id="rId71" Target="../media/image377.png" Type="http://schemas.openxmlformats.org/officeDocument/2006/relationships/image"/><Relationship Id="rId72" Target="../media/image378.png" Type="http://schemas.openxmlformats.org/officeDocument/2006/relationships/image"/><Relationship Id="rId73" Target="../media/image379.png" Type="http://schemas.openxmlformats.org/officeDocument/2006/relationships/image"/><Relationship Id="rId74" Target="../media/image380.png" Type="http://schemas.openxmlformats.org/officeDocument/2006/relationships/image"/><Relationship Id="rId75" Target="../media/image381.png" Type="http://schemas.openxmlformats.org/officeDocument/2006/relationships/image"/><Relationship Id="rId76" Target="../media/image382.png" Type="http://schemas.openxmlformats.org/officeDocument/2006/relationships/image"/><Relationship Id="rId77" Target="../media/image383.png" Type="http://schemas.openxmlformats.org/officeDocument/2006/relationships/image"/><Relationship Id="rId78" Target="../media/image384.png" Type="http://schemas.openxmlformats.org/officeDocument/2006/relationships/image"/><Relationship Id="rId79" Target="../media/image385.png" Type="http://schemas.openxmlformats.org/officeDocument/2006/relationships/image"/><Relationship Id="rId8" Target="../media/image321.png" Type="http://schemas.openxmlformats.org/officeDocument/2006/relationships/image"/><Relationship Id="rId80" Target="../media/image386.png" Type="http://schemas.openxmlformats.org/officeDocument/2006/relationships/image"/><Relationship Id="rId81" Target="../media/image387.png" Type="http://schemas.openxmlformats.org/officeDocument/2006/relationships/image"/><Relationship Id="rId82" Target="../media/image388.png" Type="http://schemas.openxmlformats.org/officeDocument/2006/relationships/image"/><Relationship Id="rId83" Target="../media/image70.png" Type="http://schemas.openxmlformats.org/officeDocument/2006/relationships/image"/><Relationship Id="rId84" Target="../media/image71.png" Type="http://schemas.openxmlformats.org/officeDocument/2006/relationships/image"/><Relationship Id="rId85" Target="../media/image72.png" Type="http://schemas.openxmlformats.org/officeDocument/2006/relationships/image"/><Relationship Id="rId86" Target="../media/image73.png" Type="http://schemas.openxmlformats.org/officeDocument/2006/relationships/image"/><Relationship Id="rId87" Target="../media/image74.png" Type="http://schemas.openxmlformats.org/officeDocument/2006/relationships/image"/><Relationship Id="rId88" Target="../media/image75.png" Type="http://schemas.openxmlformats.org/officeDocument/2006/relationships/image"/><Relationship Id="rId89" Target="../media/image76.png" Type="http://schemas.openxmlformats.org/officeDocument/2006/relationships/image"/><Relationship Id="rId9" Target="../media/image92.png" Type="http://schemas.openxmlformats.org/officeDocument/2006/relationships/image"/><Relationship Id="rId90" Target="../media/image77.png" Type="http://schemas.openxmlformats.org/officeDocument/2006/relationships/image"/><Relationship Id="rId91" Target="../media/image78.png" Type="http://schemas.openxmlformats.org/officeDocument/2006/relationships/image"/><Relationship Id="rId92" Target="../media/image79.png" Type="http://schemas.openxmlformats.org/officeDocument/2006/relationships/image"/><Relationship Id="rId93" Target="../media/image80.png" Type="http://schemas.openxmlformats.org/officeDocument/2006/relationships/image"/><Relationship Id="rId94" Target="../media/image81.png" Type="http://schemas.openxmlformats.org/officeDocument/2006/relationships/image"/><Relationship Id="rId95" Target="../media/image82.png" Type="http://schemas.openxmlformats.org/officeDocument/2006/relationships/image"/><Relationship Id="rId96" Target="../media/image83.png" Type="http://schemas.openxmlformats.org/officeDocument/2006/relationships/image"/><Relationship Id="rId97" Target="../media/image84.png" Type="http://schemas.openxmlformats.org/officeDocument/2006/relationships/image"/><Relationship Id="rId98" Target="../media/image85.png" Type="http://schemas.openxmlformats.org/officeDocument/2006/relationships/image"/><Relationship Id="rId99" Target="../media/image8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393.png" Type="http://schemas.openxmlformats.org/officeDocument/2006/relationships/image"/><Relationship Id="rId12" Target="../media/image11.png" Type="http://schemas.openxmlformats.org/officeDocument/2006/relationships/image"/><Relationship Id="rId13" Target="../media/image394.png" Type="http://schemas.openxmlformats.org/officeDocument/2006/relationships/image"/><Relationship Id="rId14" Target="../media/image395.png" Type="http://schemas.openxmlformats.org/officeDocument/2006/relationships/image"/><Relationship Id="rId15" Target="../media/image396.png" Type="http://schemas.openxmlformats.org/officeDocument/2006/relationships/image"/><Relationship Id="rId16" Target="../media/image98.png" Type="http://schemas.openxmlformats.org/officeDocument/2006/relationships/image"/><Relationship Id="rId17" Target="../media/image397.png" Type="http://schemas.openxmlformats.org/officeDocument/2006/relationships/image"/><Relationship Id="rId18" Target="../media/image100.png" Type="http://schemas.openxmlformats.org/officeDocument/2006/relationships/image"/><Relationship Id="rId19" Target="../media/image101.png" Type="http://schemas.openxmlformats.org/officeDocument/2006/relationships/image"/><Relationship Id="rId2" Target="../media/image1.png" Type="http://schemas.openxmlformats.org/officeDocument/2006/relationships/image"/><Relationship Id="rId20" Target="../media/image102.png" Type="http://schemas.openxmlformats.org/officeDocument/2006/relationships/image"/><Relationship Id="rId21" Target="../media/image398.png" Type="http://schemas.openxmlformats.org/officeDocument/2006/relationships/image"/><Relationship Id="rId22" Target="../media/image399.png" Type="http://schemas.openxmlformats.org/officeDocument/2006/relationships/image"/><Relationship Id="rId23" Target="../media/image400.png" Type="http://schemas.openxmlformats.org/officeDocument/2006/relationships/image"/><Relationship Id="rId24" Target="../media/image401.png" Type="http://schemas.openxmlformats.org/officeDocument/2006/relationships/image"/><Relationship Id="rId25" Target="../media/image402.png" Type="http://schemas.openxmlformats.org/officeDocument/2006/relationships/image"/><Relationship Id="rId26" Target="../media/image403.png" Type="http://schemas.openxmlformats.org/officeDocument/2006/relationships/image"/><Relationship Id="rId27" Target="../media/image404.png" Type="http://schemas.openxmlformats.org/officeDocument/2006/relationships/image"/><Relationship Id="rId28" Target="../media/image405.png" Type="http://schemas.openxmlformats.org/officeDocument/2006/relationships/image"/><Relationship Id="rId29" Target="../media/image406.png" Type="http://schemas.openxmlformats.org/officeDocument/2006/relationships/image"/><Relationship Id="rId3" Target="../media/image2.png" Type="http://schemas.openxmlformats.org/officeDocument/2006/relationships/image"/><Relationship Id="rId30" Target="../media/image407.png" Type="http://schemas.openxmlformats.org/officeDocument/2006/relationships/image"/><Relationship Id="rId31" Target="../media/image408.png" Type="http://schemas.openxmlformats.org/officeDocument/2006/relationships/image"/><Relationship Id="rId32" Target="../media/image409.png" Type="http://schemas.openxmlformats.org/officeDocument/2006/relationships/image"/><Relationship Id="rId33" Target="../media/image410.png" Type="http://schemas.openxmlformats.org/officeDocument/2006/relationships/image"/><Relationship Id="rId34" Target="../media/image411.png" Type="http://schemas.openxmlformats.org/officeDocument/2006/relationships/image"/><Relationship Id="rId35" Target="../media/image412.png" Type="http://schemas.openxmlformats.org/officeDocument/2006/relationships/image"/><Relationship Id="rId36" Target="../media/image413.png" Type="http://schemas.openxmlformats.org/officeDocument/2006/relationships/image"/><Relationship Id="rId37" Target="../media/image414.png" Type="http://schemas.openxmlformats.org/officeDocument/2006/relationships/image"/><Relationship Id="rId38" Target="../media/image415.png" Type="http://schemas.openxmlformats.org/officeDocument/2006/relationships/image"/><Relationship Id="rId39" Target="../media/image416.png" Type="http://schemas.openxmlformats.org/officeDocument/2006/relationships/image"/><Relationship Id="rId4" Target="../media/image389.png" Type="http://schemas.openxmlformats.org/officeDocument/2006/relationships/image"/><Relationship Id="rId40" Target="../media/image417.png" Type="http://schemas.openxmlformats.org/officeDocument/2006/relationships/image"/><Relationship Id="rId41" Target="../media/image418.png" Type="http://schemas.openxmlformats.org/officeDocument/2006/relationships/image"/><Relationship Id="rId42" Target="../media/image419.png" Type="http://schemas.openxmlformats.org/officeDocument/2006/relationships/image"/><Relationship Id="rId43" Target="../media/image420.png" Type="http://schemas.openxmlformats.org/officeDocument/2006/relationships/image"/><Relationship Id="rId44" Target="../media/image421.png" Type="http://schemas.openxmlformats.org/officeDocument/2006/relationships/image"/><Relationship Id="rId45" Target="../media/image422.png" Type="http://schemas.openxmlformats.org/officeDocument/2006/relationships/image"/><Relationship Id="rId46" Target="../media/image423.png" Type="http://schemas.openxmlformats.org/officeDocument/2006/relationships/image"/><Relationship Id="rId47" Target="../media/image424.png" Type="http://schemas.openxmlformats.org/officeDocument/2006/relationships/image"/><Relationship Id="rId48" Target="../media/image425.png" Type="http://schemas.openxmlformats.org/officeDocument/2006/relationships/image"/><Relationship Id="rId49" Target="../media/image426.png" Type="http://schemas.openxmlformats.org/officeDocument/2006/relationships/image"/><Relationship Id="rId5" Target="../media/image390.png" Type="http://schemas.openxmlformats.org/officeDocument/2006/relationships/image"/><Relationship Id="rId50" Target="../media/image427.png" Type="http://schemas.openxmlformats.org/officeDocument/2006/relationships/image"/><Relationship Id="rId51" Target="../media/image428.png" Type="http://schemas.openxmlformats.org/officeDocument/2006/relationships/image"/><Relationship Id="rId52" Target="../media/image429.png" Type="http://schemas.openxmlformats.org/officeDocument/2006/relationships/image"/><Relationship Id="rId53" Target="../media/image430.png" Type="http://schemas.openxmlformats.org/officeDocument/2006/relationships/image"/><Relationship Id="rId54" Target="../media/image431.png" Type="http://schemas.openxmlformats.org/officeDocument/2006/relationships/image"/><Relationship Id="rId55" Target="../media/image432.png" Type="http://schemas.openxmlformats.org/officeDocument/2006/relationships/image"/><Relationship Id="rId56" Target="../media/image433.png" Type="http://schemas.openxmlformats.org/officeDocument/2006/relationships/image"/><Relationship Id="rId57" Target="../media/image70.png" Type="http://schemas.openxmlformats.org/officeDocument/2006/relationships/image"/><Relationship Id="rId58" Target="../media/image71.png" Type="http://schemas.openxmlformats.org/officeDocument/2006/relationships/image"/><Relationship Id="rId59" Target="../media/image72.png" Type="http://schemas.openxmlformats.org/officeDocument/2006/relationships/image"/><Relationship Id="rId6" Target="../media/image193.png" Type="http://schemas.openxmlformats.org/officeDocument/2006/relationships/image"/><Relationship Id="rId60" Target="../media/image73.png" Type="http://schemas.openxmlformats.org/officeDocument/2006/relationships/image"/><Relationship Id="rId61" Target="../media/image74.png" Type="http://schemas.openxmlformats.org/officeDocument/2006/relationships/image"/><Relationship Id="rId62" Target="../media/image75.png" Type="http://schemas.openxmlformats.org/officeDocument/2006/relationships/image"/><Relationship Id="rId63" Target="../media/image76.png" Type="http://schemas.openxmlformats.org/officeDocument/2006/relationships/image"/><Relationship Id="rId64" Target="../media/image77.png" Type="http://schemas.openxmlformats.org/officeDocument/2006/relationships/image"/><Relationship Id="rId65" Target="../media/image78.png" Type="http://schemas.openxmlformats.org/officeDocument/2006/relationships/image"/><Relationship Id="rId66" Target="../media/image79.png" Type="http://schemas.openxmlformats.org/officeDocument/2006/relationships/image"/><Relationship Id="rId67" Target="../media/image80.png" Type="http://schemas.openxmlformats.org/officeDocument/2006/relationships/image"/><Relationship Id="rId68" Target="../media/image81.png" Type="http://schemas.openxmlformats.org/officeDocument/2006/relationships/image"/><Relationship Id="rId69" Target="../media/image82.png" Type="http://schemas.openxmlformats.org/officeDocument/2006/relationships/image"/><Relationship Id="rId7" Target="../media/image391.png" Type="http://schemas.openxmlformats.org/officeDocument/2006/relationships/image"/><Relationship Id="rId70" Target="../media/image83.png" Type="http://schemas.openxmlformats.org/officeDocument/2006/relationships/image"/><Relationship Id="rId71" Target="../media/image84.png" Type="http://schemas.openxmlformats.org/officeDocument/2006/relationships/image"/><Relationship Id="rId72" Target="../media/image85.png" Type="http://schemas.openxmlformats.org/officeDocument/2006/relationships/image"/><Relationship Id="rId73" Target="../media/image86.png" Type="http://schemas.openxmlformats.org/officeDocument/2006/relationships/image"/><Relationship Id="rId8" Target="../media/image392.png" Type="http://schemas.openxmlformats.org/officeDocument/2006/relationships/image"/><Relationship Id="rId9" Target="../media/image19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10.png" Type="http://schemas.openxmlformats.org/officeDocument/2006/relationships/image"/><Relationship Id="rId12" Target="../media/image438.png" Type="http://schemas.openxmlformats.org/officeDocument/2006/relationships/image"/><Relationship Id="rId13" Target="../media/image187.png" Type="http://schemas.openxmlformats.org/officeDocument/2006/relationships/image"/><Relationship Id="rId14" Target="../media/image439.png" Type="http://schemas.openxmlformats.org/officeDocument/2006/relationships/image"/><Relationship Id="rId15" Target="../media/image440.png" Type="http://schemas.openxmlformats.org/officeDocument/2006/relationships/image"/><Relationship Id="rId16" Target="../media/image143.png" Type="http://schemas.openxmlformats.org/officeDocument/2006/relationships/image"/><Relationship Id="rId17" Target="../media/image16.png" Type="http://schemas.openxmlformats.org/officeDocument/2006/relationships/image"/><Relationship Id="rId18" Target="../media/image441.png" Type="http://schemas.openxmlformats.org/officeDocument/2006/relationships/image"/><Relationship Id="rId19" Target="../media/image101.png" Type="http://schemas.openxmlformats.org/officeDocument/2006/relationships/image"/><Relationship Id="rId2" Target="../media/image1.png" Type="http://schemas.openxmlformats.org/officeDocument/2006/relationships/image"/><Relationship Id="rId20" Target="../media/image102.png" Type="http://schemas.openxmlformats.org/officeDocument/2006/relationships/image"/><Relationship Id="rId21" Target="../media/image442.png" Type="http://schemas.openxmlformats.org/officeDocument/2006/relationships/image"/><Relationship Id="rId22" Target="../media/image443.png" Type="http://schemas.openxmlformats.org/officeDocument/2006/relationships/image"/><Relationship Id="rId23" Target="../media/image444.png" Type="http://schemas.openxmlformats.org/officeDocument/2006/relationships/image"/><Relationship Id="rId24" Target="../media/image445.png" Type="http://schemas.openxmlformats.org/officeDocument/2006/relationships/image"/><Relationship Id="rId25" Target="../media/image446.png" Type="http://schemas.openxmlformats.org/officeDocument/2006/relationships/image"/><Relationship Id="rId26" Target="../media/image447.png" Type="http://schemas.openxmlformats.org/officeDocument/2006/relationships/image"/><Relationship Id="rId27" Target="../media/image448.png" Type="http://schemas.openxmlformats.org/officeDocument/2006/relationships/image"/><Relationship Id="rId28" Target="../media/image449.png" Type="http://schemas.openxmlformats.org/officeDocument/2006/relationships/image"/><Relationship Id="rId29" Target="../media/image450.png" Type="http://schemas.openxmlformats.org/officeDocument/2006/relationships/image"/><Relationship Id="rId3" Target="../media/image2.png" Type="http://schemas.openxmlformats.org/officeDocument/2006/relationships/image"/><Relationship Id="rId30" Target="../media/image451.png" Type="http://schemas.openxmlformats.org/officeDocument/2006/relationships/image"/><Relationship Id="rId31" Target="../media/image452.png" Type="http://schemas.openxmlformats.org/officeDocument/2006/relationships/image"/><Relationship Id="rId32" Target="../media/image453.png" Type="http://schemas.openxmlformats.org/officeDocument/2006/relationships/image"/><Relationship Id="rId33" Target="../media/image454.png" Type="http://schemas.openxmlformats.org/officeDocument/2006/relationships/image"/><Relationship Id="rId34" Target="../media/image455.png" Type="http://schemas.openxmlformats.org/officeDocument/2006/relationships/image"/><Relationship Id="rId35" Target="../media/image456.png" Type="http://schemas.openxmlformats.org/officeDocument/2006/relationships/image"/><Relationship Id="rId36" Target="../media/image457.png" Type="http://schemas.openxmlformats.org/officeDocument/2006/relationships/image"/><Relationship Id="rId37" Target="../media/image458.png" Type="http://schemas.openxmlformats.org/officeDocument/2006/relationships/image"/><Relationship Id="rId38" Target="../media/image459.png" Type="http://schemas.openxmlformats.org/officeDocument/2006/relationships/image"/><Relationship Id="rId39" Target="../media/image460.png" Type="http://schemas.openxmlformats.org/officeDocument/2006/relationships/image"/><Relationship Id="rId4" Target="../media/image434.png" Type="http://schemas.openxmlformats.org/officeDocument/2006/relationships/image"/><Relationship Id="rId40" Target="../media/image461.png" Type="http://schemas.openxmlformats.org/officeDocument/2006/relationships/image"/><Relationship Id="rId41" Target="../media/image462.png" Type="http://schemas.openxmlformats.org/officeDocument/2006/relationships/image"/><Relationship Id="rId42" Target="../media/image463.png" Type="http://schemas.openxmlformats.org/officeDocument/2006/relationships/image"/><Relationship Id="rId43" Target="../media/image70.png" Type="http://schemas.openxmlformats.org/officeDocument/2006/relationships/image"/><Relationship Id="rId44" Target="../media/image71.png" Type="http://schemas.openxmlformats.org/officeDocument/2006/relationships/image"/><Relationship Id="rId45" Target="../media/image72.png" Type="http://schemas.openxmlformats.org/officeDocument/2006/relationships/image"/><Relationship Id="rId46" Target="../media/image73.png" Type="http://schemas.openxmlformats.org/officeDocument/2006/relationships/image"/><Relationship Id="rId47" Target="../media/image74.png" Type="http://schemas.openxmlformats.org/officeDocument/2006/relationships/image"/><Relationship Id="rId48" Target="../media/image75.png" Type="http://schemas.openxmlformats.org/officeDocument/2006/relationships/image"/><Relationship Id="rId49" Target="../media/image76.png" Type="http://schemas.openxmlformats.org/officeDocument/2006/relationships/image"/><Relationship Id="rId5" Target="../media/image257.png" Type="http://schemas.openxmlformats.org/officeDocument/2006/relationships/image"/><Relationship Id="rId50" Target="../media/image77.png" Type="http://schemas.openxmlformats.org/officeDocument/2006/relationships/image"/><Relationship Id="rId51" Target="../media/image78.png" Type="http://schemas.openxmlformats.org/officeDocument/2006/relationships/image"/><Relationship Id="rId52" Target="../media/image79.png" Type="http://schemas.openxmlformats.org/officeDocument/2006/relationships/image"/><Relationship Id="rId53" Target="../media/image80.png" Type="http://schemas.openxmlformats.org/officeDocument/2006/relationships/image"/><Relationship Id="rId54" Target="../media/image81.png" Type="http://schemas.openxmlformats.org/officeDocument/2006/relationships/image"/><Relationship Id="rId55" Target="../media/image82.png" Type="http://schemas.openxmlformats.org/officeDocument/2006/relationships/image"/><Relationship Id="rId56" Target="../media/image83.png" Type="http://schemas.openxmlformats.org/officeDocument/2006/relationships/image"/><Relationship Id="rId57" Target="../media/image84.png" Type="http://schemas.openxmlformats.org/officeDocument/2006/relationships/image"/><Relationship Id="rId58" Target="../media/image85.png" Type="http://schemas.openxmlformats.org/officeDocument/2006/relationships/image"/><Relationship Id="rId59" Target="../media/image86.png" Type="http://schemas.openxmlformats.org/officeDocument/2006/relationships/image"/><Relationship Id="rId6" Target="../media/image435.png" Type="http://schemas.openxmlformats.org/officeDocument/2006/relationships/image"/><Relationship Id="rId7" Target="../media/image436.png" Type="http://schemas.openxmlformats.org/officeDocument/2006/relationships/image"/><Relationship Id="rId8" Target="../media/image437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470.png" Type="http://schemas.openxmlformats.org/officeDocument/2006/relationships/image"/><Relationship Id="rId12" Target="../media/image220.png" Type="http://schemas.openxmlformats.org/officeDocument/2006/relationships/image"/><Relationship Id="rId13" Target="../media/image471.png" Type="http://schemas.openxmlformats.org/officeDocument/2006/relationships/image"/><Relationship Id="rId14" Target="../media/image472.png" Type="http://schemas.openxmlformats.org/officeDocument/2006/relationships/image"/><Relationship Id="rId15" Target="../media/image97.png" Type="http://schemas.openxmlformats.org/officeDocument/2006/relationships/image"/><Relationship Id="rId16" Target="../media/image98.png" Type="http://schemas.openxmlformats.org/officeDocument/2006/relationships/image"/><Relationship Id="rId17" Target="../media/image473.png" Type="http://schemas.openxmlformats.org/officeDocument/2006/relationships/image"/><Relationship Id="rId18" Target="../media/image474.png" Type="http://schemas.openxmlformats.org/officeDocument/2006/relationships/image"/><Relationship Id="rId19" Target="../media/image101.png" Type="http://schemas.openxmlformats.org/officeDocument/2006/relationships/image"/><Relationship Id="rId2" Target="../media/image1.png" Type="http://schemas.openxmlformats.org/officeDocument/2006/relationships/image"/><Relationship Id="rId20" Target="../media/image102.png" Type="http://schemas.openxmlformats.org/officeDocument/2006/relationships/image"/><Relationship Id="rId21" Target="../media/image475.png" Type="http://schemas.openxmlformats.org/officeDocument/2006/relationships/image"/><Relationship Id="rId22" Target="../media/image476.png" Type="http://schemas.openxmlformats.org/officeDocument/2006/relationships/image"/><Relationship Id="rId23" Target="../media/image477.png" Type="http://schemas.openxmlformats.org/officeDocument/2006/relationships/image"/><Relationship Id="rId24" Target="../media/image478.png" Type="http://schemas.openxmlformats.org/officeDocument/2006/relationships/image"/><Relationship Id="rId25" Target="../media/image479.png" Type="http://schemas.openxmlformats.org/officeDocument/2006/relationships/image"/><Relationship Id="rId26" Target="../media/image480.png" Type="http://schemas.openxmlformats.org/officeDocument/2006/relationships/image"/><Relationship Id="rId27" Target="../media/image481.png" Type="http://schemas.openxmlformats.org/officeDocument/2006/relationships/image"/><Relationship Id="rId28" Target="../media/image482.png" Type="http://schemas.openxmlformats.org/officeDocument/2006/relationships/image"/><Relationship Id="rId29" Target="../media/image483.png" Type="http://schemas.openxmlformats.org/officeDocument/2006/relationships/image"/><Relationship Id="rId3" Target="../media/image2.png" Type="http://schemas.openxmlformats.org/officeDocument/2006/relationships/image"/><Relationship Id="rId30" Target="../media/image484.png" Type="http://schemas.openxmlformats.org/officeDocument/2006/relationships/image"/><Relationship Id="rId31" Target="../media/image485.png" Type="http://schemas.openxmlformats.org/officeDocument/2006/relationships/image"/><Relationship Id="rId32" Target="../media/image486.png" Type="http://schemas.openxmlformats.org/officeDocument/2006/relationships/image"/><Relationship Id="rId33" Target="../media/image487.png" Type="http://schemas.openxmlformats.org/officeDocument/2006/relationships/image"/><Relationship Id="rId34" Target="../media/image488.png" Type="http://schemas.openxmlformats.org/officeDocument/2006/relationships/image"/><Relationship Id="rId35" Target="../media/image489.png" Type="http://schemas.openxmlformats.org/officeDocument/2006/relationships/image"/><Relationship Id="rId36" Target="../media/image490.png" Type="http://schemas.openxmlformats.org/officeDocument/2006/relationships/image"/><Relationship Id="rId37" Target="../media/image491.png" Type="http://schemas.openxmlformats.org/officeDocument/2006/relationships/image"/><Relationship Id="rId38" Target="../media/image492.png" Type="http://schemas.openxmlformats.org/officeDocument/2006/relationships/image"/><Relationship Id="rId39" Target="../media/image493.png" Type="http://schemas.openxmlformats.org/officeDocument/2006/relationships/image"/><Relationship Id="rId4" Target="../media/image464.png" Type="http://schemas.openxmlformats.org/officeDocument/2006/relationships/image"/><Relationship Id="rId40" Target="../media/image494.png" Type="http://schemas.openxmlformats.org/officeDocument/2006/relationships/image"/><Relationship Id="rId41" Target="../media/image495.png" Type="http://schemas.openxmlformats.org/officeDocument/2006/relationships/image"/><Relationship Id="rId42" Target="../media/image496.png" Type="http://schemas.openxmlformats.org/officeDocument/2006/relationships/image"/><Relationship Id="rId43" Target="../media/image497.png" Type="http://schemas.openxmlformats.org/officeDocument/2006/relationships/image"/><Relationship Id="rId44" Target="../media/image498.png" Type="http://schemas.openxmlformats.org/officeDocument/2006/relationships/image"/><Relationship Id="rId45" Target="../media/image499.png" Type="http://schemas.openxmlformats.org/officeDocument/2006/relationships/image"/><Relationship Id="rId46" Target="../media/image500.png" Type="http://schemas.openxmlformats.org/officeDocument/2006/relationships/image"/><Relationship Id="rId47" Target="../media/image501.png" Type="http://schemas.openxmlformats.org/officeDocument/2006/relationships/image"/><Relationship Id="rId48" Target="../media/image502.png" Type="http://schemas.openxmlformats.org/officeDocument/2006/relationships/image"/><Relationship Id="rId49" Target="../media/image503.png" Type="http://schemas.openxmlformats.org/officeDocument/2006/relationships/image"/><Relationship Id="rId5" Target="../media/image465.png" Type="http://schemas.openxmlformats.org/officeDocument/2006/relationships/image"/><Relationship Id="rId50" Target="../media/image504.png" Type="http://schemas.openxmlformats.org/officeDocument/2006/relationships/image"/><Relationship Id="rId51" Target="../media/image70.png" Type="http://schemas.openxmlformats.org/officeDocument/2006/relationships/image"/><Relationship Id="rId52" Target="../media/image71.png" Type="http://schemas.openxmlformats.org/officeDocument/2006/relationships/image"/><Relationship Id="rId53" Target="../media/image72.png" Type="http://schemas.openxmlformats.org/officeDocument/2006/relationships/image"/><Relationship Id="rId54" Target="../media/image73.png" Type="http://schemas.openxmlformats.org/officeDocument/2006/relationships/image"/><Relationship Id="rId55" Target="../media/image74.png" Type="http://schemas.openxmlformats.org/officeDocument/2006/relationships/image"/><Relationship Id="rId56" Target="../media/image75.png" Type="http://schemas.openxmlformats.org/officeDocument/2006/relationships/image"/><Relationship Id="rId57" Target="../media/image76.png" Type="http://schemas.openxmlformats.org/officeDocument/2006/relationships/image"/><Relationship Id="rId58" Target="../media/image77.png" Type="http://schemas.openxmlformats.org/officeDocument/2006/relationships/image"/><Relationship Id="rId59" Target="../media/image78.png" Type="http://schemas.openxmlformats.org/officeDocument/2006/relationships/image"/><Relationship Id="rId6" Target="../media/image466.png" Type="http://schemas.openxmlformats.org/officeDocument/2006/relationships/image"/><Relationship Id="rId60" Target="../media/image79.png" Type="http://schemas.openxmlformats.org/officeDocument/2006/relationships/image"/><Relationship Id="rId61" Target="../media/image80.png" Type="http://schemas.openxmlformats.org/officeDocument/2006/relationships/image"/><Relationship Id="rId62" Target="../media/image81.png" Type="http://schemas.openxmlformats.org/officeDocument/2006/relationships/image"/><Relationship Id="rId63" Target="../media/image82.png" Type="http://schemas.openxmlformats.org/officeDocument/2006/relationships/image"/><Relationship Id="rId64" Target="../media/image83.png" Type="http://schemas.openxmlformats.org/officeDocument/2006/relationships/image"/><Relationship Id="rId65" Target="../media/image84.png" Type="http://schemas.openxmlformats.org/officeDocument/2006/relationships/image"/><Relationship Id="rId66" Target="../media/image85.png" Type="http://schemas.openxmlformats.org/officeDocument/2006/relationships/image"/><Relationship Id="rId67" Target="../media/image86.png" Type="http://schemas.openxmlformats.org/officeDocument/2006/relationships/image"/><Relationship Id="rId7" Target="../media/image467.png" Type="http://schemas.openxmlformats.org/officeDocument/2006/relationships/image"/><Relationship Id="rId8" Target="../media/image468.png" Type="http://schemas.openxmlformats.org/officeDocument/2006/relationships/image"/><Relationship Id="rId9" Target="../media/image46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509.png" Type="http://schemas.openxmlformats.org/officeDocument/2006/relationships/image"/><Relationship Id="rId12" Target="../media/image220.png" Type="http://schemas.openxmlformats.org/officeDocument/2006/relationships/image"/><Relationship Id="rId13" Target="../media/image510.png" Type="http://schemas.openxmlformats.org/officeDocument/2006/relationships/image"/><Relationship Id="rId14" Target="../media/image511.png" Type="http://schemas.openxmlformats.org/officeDocument/2006/relationships/image"/><Relationship Id="rId15" Target="../media/image512.png" Type="http://schemas.openxmlformats.org/officeDocument/2006/relationships/image"/><Relationship Id="rId16" Target="../media/image98.png" Type="http://schemas.openxmlformats.org/officeDocument/2006/relationships/image"/><Relationship Id="rId17" Target="../media/image16.png" Type="http://schemas.openxmlformats.org/officeDocument/2006/relationships/image"/><Relationship Id="rId18" Target="../media/image513.png" Type="http://schemas.openxmlformats.org/officeDocument/2006/relationships/image"/><Relationship Id="rId19" Target="../media/image514.png" Type="http://schemas.openxmlformats.org/officeDocument/2006/relationships/image"/><Relationship Id="rId2" Target="../media/image1.png" Type="http://schemas.openxmlformats.org/officeDocument/2006/relationships/image"/><Relationship Id="rId20" Target="../media/image245.png" Type="http://schemas.openxmlformats.org/officeDocument/2006/relationships/image"/><Relationship Id="rId21" Target="../media/image515.png" Type="http://schemas.openxmlformats.org/officeDocument/2006/relationships/image"/><Relationship Id="rId22" Target="../media/image516.png" Type="http://schemas.openxmlformats.org/officeDocument/2006/relationships/image"/><Relationship Id="rId23" Target="../media/image517.png" Type="http://schemas.openxmlformats.org/officeDocument/2006/relationships/image"/><Relationship Id="rId24" Target="../media/image518.png" Type="http://schemas.openxmlformats.org/officeDocument/2006/relationships/image"/><Relationship Id="rId25" Target="../media/image519.png" Type="http://schemas.openxmlformats.org/officeDocument/2006/relationships/image"/><Relationship Id="rId26" Target="../media/image520.png" Type="http://schemas.openxmlformats.org/officeDocument/2006/relationships/image"/><Relationship Id="rId27" Target="../media/image521.png" Type="http://schemas.openxmlformats.org/officeDocument/2006/relationships/image"/><Relationship Id="rId28" Target="../media/image522.png" Type="http://schemas.openxmlformats.org/officeDocument/2006/relationships/image"/><Relationship Id="rId29" Target="../media/image523.png" Type="http://schemas.openxmlformats.org/officeDocument/2006/relationships/image"/><Relationship Id="rId3" Target="../media/image2.png" Type="http://schemas.openxmlformats.org/officeDocument/2006/relationships/image"/><Relationship Id="rId30" Target="../media/image524.png" Type="http://schemas.openxmlformats.org/officeDocument/2006/relationships/image"/><Relationship Id="rId31" Target="../media/image525.png" Type="http://schemas.openxmlformats.org/officeDocument/2006/relationships/image"/><Relationship Id="rId32" Target="../media/image526.png" Type="http://schemas.openxmlformats.org/officeDocument/2006/relationships/image"/><Relationship Id="rId33" Target="../media/image527.png" Type="http://schemas.openxmlformats.org/officeDocument/2006/relationships/image"/><Relationship Id="rId34" Target="../media/image528.png" Type="http://schemas.openxmlformats.org/officeDocument/2006/relationships/image"/><Relationship Id="rId35" Target="../media/image529.png" Type="http://schemas.openxmlformats.org/officeDocument/2006/relationships/image"/><Relationship Id="rId36" Target="../media/image530.png" Type="http://schemas.openxmlformats.org/officeDocument/2006/relationships/image"/><Relationship Id="rId37" Target="../media/image531.png" Type="http://schemas.openxmlformats.org/officeDocument/2006/relationships/image"/><Relationship Id="rId38" Target="../media/image532.png" Type="http://schemas.openxmlformats.org/officeDocument/2006/relationships/image"/><Relationship Id="rId39" Target="../media/image533.png" Type="http://schemas.openxmlformats.org/officeDocument/2006/relationships/image"/><Relationship Id="rId4" Target="../media/image505.png" Type="http://schemas.openxmlformats.org/officeDocument/2006/relationships/image"/><Relationship Id="rId40" Target="../media/image534.png" Type="http://schemas.openxmlformats.org/officeDocument/2006/relationships/image"/><Relationship Id="rId41" Target="../media/image535.png" Type="http://schemas.openxmlformats.org/officeDocument/2006/relationships/image"/><Relationship Id="rId42" Target="../media/image536.png" Type="http://schemas.openxmlformats.org/officeDocument/2006/relationships/image"/><Relationship Id="rId43" Target="../media/image537.png" Type="http://schemas.openxmlformats.org/officeDocument/2006/relationships/image"/><Relationship Id="rId44" Target="../media/image538.png" Type="http://schemas.openxmlformats.org/officeDocument/2006/relationships/image"/><Relationship Id="rId45" Target="../media/image539.png" Type="http://schemas.openxmlformats.org/officeDocument/2006/relationships/image"/><Relationship Id="rId46" Target="../media/image540.png" Type="http://schemas.openxmlformats.org/officeDocument/2006/relationships/image"/><Relationship Id="rId47" Target="../media/image541.png" Type="http://schemas.openxmlformats.org/officeDocument/2006/relationships/image"/><Relationship Id="rId48" Target="../media/image542.png" Type="http://schemas.openxmlformats.org/officeDocument/2006/relationships/image"/><Relationship Id="rId49" Target="../media/image70.png" Type="http://schemas.openxmlformats.org/officeDocument/2006/relationships/image"/><Relationship Id="rId5" Target="../media/image506.png" Type="http://schemas.openxmlformats.org/officeDocument/2006/relationships/image"/><Relationship Id="rId50" Target="../media/image71.png" Type="http://schemas.openxmlformats.org/officeDocument/2006/relationships/image"/><Relationship Id="rId51" Target="../media/image72.png" Type="http://schemas.openxmlformats.org/officeDocument/2006/relationships/image"/><Relationship Id="rId52" Target="../media/image73.png" Type="http://schemas.openxmlformats.org/officeDocument/2006/relationships/image"/><Relationship Id="rId53" Target="../media/image74.png" Type="http://schemas.openxmlformats.org/officeDocument/2006/relationships/image"/><Relationship Id="rId54" Target="../media/image75.png" Type="http://schemas.openxmlformats.org/officeDocument/2006/relationships/image"/><Relationship Id="rId55" Target="../media/image76.png" Type="http://schemas.openxmlformats.org/officeDocument/2006/relationships/image"/><Relationship Id="rId56" Target="../media/image77.png" Type="http://schemas.openxmlformats.org/officeDocument/2006/relationships/image"/><Relationship Id="rId57" Target="../media/image78.png" Type="http://schemas.openxmlformats.org/officeDocument/2006/relationships/image"/><Relationship Id="rId58" Target="../media/image79.png" Type="http://schemas.openxmlformats.org/officeDocument/2006/relationships/image"/><Relationship Id="rId59" Target="../media/image80.png" Type="http://schemas.openxmlformats.org/officeDocument/2006/relationships/image"/><Relationship Id="rId6" Target="../media/image507.png" Type="http://schemas.openxmlformats.org/officeDocument/2006/relationships/image"/><Relationship Id="rId60" Target="../media/image81.png" Type="http://schemas.openxmlformats.org/officeDocument/2006/relationships/image"/><Relationship Id="rId61" Target="../media/image82.png" Type="http://schemas.openxmlformats.org/officeDocument/2006/relationships/image"/><Relationship Id="rId62" Target="../media/image83.png" Type="http://schemas.openxmlformats.org/officeDocument/2006/relationships/image"/><Relationship Id="rId63" Target="../media/image84.png" Type="http://schemas.openxmlformats.org/officeDocument/2006/relationships/image"/><Relationship Id="rId64" Target="../media/image85.png" Type="http://schemas.openxmlformats.org/officeDocument/2006/relationships/image"/><Relationship Id="rId65" Target="../media/image86.png" Type="http://schemas.openxmlformats.org/officeDocument/2006/relationships/image"/><Relationship Id="rId7" Target="../media/image6.png" Type="http://schemas.openxmlformats.org/officeDocument/2006/relationships/image"/><Relationship Id="rId8" Target="../media/image508.png" Type="http://schemas.openxmlformats.org/officeDocument/2006/relationships/image"/><Relationship Id="rId9" Target="../media/image19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7.png" Type="http://schemas.openxmlformats.org/officeDocument/2006/relationships/image"/><Relationship Id="rId11" Target="../media/image10.png" Type="http://schemas.openxmlformats.org/officeDocument/2006/relationships/image"/><Relationship Id="rId12" Target="../media/image220.png" Type="http://schemas.openxmlformats.org/officeDocument/2006/relationships/image"/><Relationship Id="rId13" Target="../media/image548.png" Type="http://schemas.openxmlformats.org/officeDocument/2006/relationships/image"/><Relationship Id="rId14" Target="../media/image549.png" Type="http://schemas.openxmlformats.org/officeDocument/2006/relationships/image"/><Relationship Id="rId15" Target="../media/image97.png" Type="http://schemas.openxmlformats.org/officeDocument/2006/relationships/image"/><Relationship Id="rId16" Target="../media/image550.png" Type="http://schemas.openxmlformats.org/officeDocument/2006/relationships/image"/><Relationship Id="rId17" Target="../media/image16.png" Type="http://schemas.openxmlformats.org/officeDocument/2006/relationships/image"/><Relationship Id="rId18" Target="../media/image100.png" Type="http://schemas.openxmlformats.org/officeDocument/2006/relationships/image"/><Relationship Id="rId19" Target="../media/image101.png" Type="http://schemas.openxmlformats.org/officeDocument/2006/relationships/image"/><Relationship Id="rId2" Target="../media/image543.png" Type="http://schemas.openxmlformats.org/officeDocument/2006/relationships/image"/><Relationship Id="rId20" Target="../media/image102.png" Type="http://schemas.openxmlformats.org/officeDocument/2006/relationships/image"/><Relationship Id="rId21" Target="../media/image551.png" Type="http://schemas.openxmlformats.org/officeDocument/2006/relationships/image"/><Relationship Id="rId22" Target="../media/image552.png" Type="http://schemas.openxmlformats.org/officeDocument/2006/relationships/image"/><Relationship Id="rId23" Target="../media/image553.png" Type="http://schemas.openxmlformats.org/officeDocument/2006/relationships/image"/><Relationship Id="rId24" Target="../media/image554.png" Type="http://schemas.openxmlformats.org/officeDocument/2006/relationships/image"/><Relationship Id="rId25" Target="../media/image555.png" Type="http://schemas.openxmlformats.org/officeDocument/2006/relationships/image"/><Relationship Id="rId26" Target="../media/image556.png" Type="http://schemas.openxmlformats.org/officeDocument/2006/relationships/image"/><Relationship Id="rId27" Target="../media/image557.png" Type="http://schemas.openxmlformats.org/officeDocument/2006/relationships/image"/><Relationship Id="rId28" Target="../media/image558.png" Type="http://schemas.openxmlformats.org/officeDocument/2006/relationships/image"/><Relationship Id="rId29" Target="../media/image559.png" Type="http://schemas.openxmlformats.org/officeDocument/2006/relationships/image"/><Relationship Id="rId3" Target="../media/image2.png" Type="http://schemas.openxmlformats.org/officeDocument/2006/relationships/image"/><Relationship Id="rId30" Target="../media/image560.png" Type="http://schemas.openxmlformats.org/officeDocument/2006/relationships/image"/><Relationship Id="rId31" Target="../media/image561.png" Type="http://schemas.openxmlformats.org/officeDocument/2006/relationships/image"/><Relationship Id="rId32" Target="../media/image562.png" Type="http://schemas.openxmlformats.org/officeDocument/2006/relationships/image"/><Relationship Id="rId33" Target="../media/image563.png" Type="http://schemas.openxmlformats.org/officeDocument/2006/relationships/image"/><Relationship Id="rId34" Target="../media/image564.png" Type="http://schemas.openxmlformats.org/officeDocument/2006/relationships/image"/><Relationship Id="rId35" Target="../media/image565.png" Type="http://schemas.openxmlformats.org/officeDocument/2006/relationships/image"/><Relationship Id="rId36" Target="../media/image566.png" Type="http://schemas.openxmlformats.org/officeDocument/2006/relationships/image"/><Relationship Id="rId37" Target="../media/image567.png" Type="http://schemas.openxmlformats.org/officeDocument/2006/relationships/image"/><Relationship Id="rId38" Target="../media/image568.png" Type="http://schemas.openxmlformats.org/officeDocument/2006/relationships/image"/><Relationship Id="rId39" Target="../media/image569.png" Type="http://schemas.openxmlformats.org/officeDocument/2006/relationships/image"/><Relationship Id="rId4" Target="../media/image135.png" Type="http://schemas.openxmlformats.org/officeDocument/2006/relationships/image"/><Relationship Id="rId40" Target="../media/image570.png" Type="http://schemas.openxmlformats.org/officeDocument/2006/relationships/image"/><Relationship Id="rId41" Target="../media/image571.png" Type="http://schemas.openxmlformats.org/officeDocument/2006/relationships/image"/><Relationship Id="rId42" Target="../media/image572.png" Type="http://schemas.openxmlformats.org/officeDocument/2006/relationships/image"/><Relationship Id="rId43" Target="../media/image573.png" Type="http://schemas.openxmlformats.org/officeDocument/2006/relationships/image"/><Relationship Id="rId44" Target="../media/image574.png" Type="http://schemas.openxmlformats.org/officeDocument/2006/relationships/image"/><Relationship Id="rId45" Target="../media/image575.png" Type="http://schemas.openxmlformats.org/officeDocument/2006/relationships/image"/><Relationship Id="rId46" Target="../media/image576.png" Type="http://schemas.openxmlformats.org/officeDocument/2006/relationships/image"/><Relationship Id="rId47" Target="../media/image577.png" Type="http://schemas.openxmlformats.org/officeDocument/2006/relationships/image"/><Relationship Id="rId48" Target="../media/image578.png" Type="http://schemas.openxmlformats.org/officeDocument/2006/relationships/image"/><Relationship Id="rId49" Target="../media/image579.png" Type="http://schemas.openxmlformats.org/officeDocument/2006/relationships/image"/><Relationship Id="rId5" Target="../media/image544.png" Type="http://schemas.openxmlformats.org/officeDocument/2006/relationships/image"/><Relationship Id="rId50" Target="../media/image580.png" Type="http://schemas.openxmlformats.org/officeDocument/2006/relationships/image"/><Relationship Id="rId51" Target="../media/image581.png" Type="http://schemas.openxmlformats.org/officeDocument/2006/relationships/image"/><Relationship Id="rId52" Target="../media/image582.png" Type="http://schemas.openxmlformats.org/officeDocument/2006/relationships/image"/><Relationship Id="rId53" Target="../media/image583.png" Type="http://schemas.openxmlformats.org/officeDocument/2006/relationships/image"/><Relationship Id="rId54" Target="../media/image584.png" Type="http://schemas.openxmlformats.org/officeDocument/2006/relationships/image"/><Relationship Id="rId55" Target="../media/image585.png" Type="http://schemas.openxmlformats.org/officeDocument/2006/relationships/image"/><Relationship Id="rId56" Target="../media/image586.png" Type="http://schemas.openxmlformats.org/officeDocument/2006/relationships/image"/><Relationship Id="rId57" Target="../media/image587.png" Type="http://schemas.openxmlformats.org/officeDocument/2006/relationships/image"/><Relationship Id="rId58" Target="../media/image588.png" Type="http://schemas.openxmlformats.org/officeDocument/2006/relationships/image"/><Relationship Id="rId59" Target="../media/image589.png" Type="http://schemas.openxmlformats.org/officeDocument/2006/relationships/image"/><Relationship Id="rId6" Target="../media/image545.png" Type="http://schemas.openxmlformats.org/officeDocument/2006/relationships/image"/><Relationship Id="rId60" Target="../media/image590.png" Type="http://schemas.openxmlformats.org/officeDocument/2006/relationships/image"/><Relationship Id="rId61" Target="../media/image591.png" Type="http://schemas.openxmlformats.org/officeDocument/2006/relationships/image"/><Relationship Id="rId62" Target="../media/image592.png" Type="http://schemas.openxmlformats.org/officeDocument/2006/relationships/image"/><Relationship Id="rId63" Target="../media/image593.png" Type="http://schemas.openxmlformats.org/officeDocument/2006/relationships/image"/><Relationship Id="rId64" Target="../media/image594.png" Type="http://schemas.openxmlformats.org/officeDocument/2006/relationships/image"/><Relationship Id="rId65" Target="../media/image70.png" Type="http://schemas.openxmlformats.org/officeDocument/2006/relationships/image"/><Relationship Id="rId66" Target="../media/image71.png" Type="http://schemas.openxmlformats.org/officeDocument/2006/relationships/image"/><Relationship Id="rId67" Target="../media/image72.png" Type="http://schemas.openxmlformats.org/officeDocument/2006/relationships/image"/><Relationship Id="rId68" Target="../media/image73.png" Type="http://schemas.openxmlformats.org/officeDocument/2006/relationships/image"/><Relationship Id="rId69" Target="../media/image74.png" Type="http://schemas.openxmlformats.org/officeDocument/2006/relationships/image"/><Relationship Id="rId7" Target="../media/image90.png" Type="http://schemas.openxmlformats.org/officeDocument/2006/relationships/image"/><Relationship Id="rId70" Target="../media/image75.png" Type="http://schemas.openxmlformats.org/officeDocument/2006/relationships/image"/><Relationship Id="rId71" Target="../media/image76.png" Type="http://schemas.openxmlformats.org/officeDocument/2006/relationships/image"/><Relationship Id="rId72" Target="../media/image77.png" Type="http://schemas.openxmlformats.org/officeDocument/2006/relationships/image"/><Relationship Id="rId73" Target="../media/image78.png" Type="http://schemas.openxmlformats.org/officeDocument/2006/relationships/image"/><Relationship Id="rId74" Target="../media/image79.png" Type="http://schemas.openxmlformats.org/officeDocument/2006/relationships/image"/><Relationship Id="rId75" Target="../media/image80.png" Type="http://schemas.openxmlformats.org/officeDocument/2006/relationships/image"/><Relationship Id="rId76" Target="../media/image81.png" Type="http://schemas.openxmlformats.org/officeDocument/2006/relationships/image"/><Relationship Id="rId77" Target="../media/image82.png" Type="http://schemas.openxmlformats.org/officeDocument/2006/relationships/image"/><Relationship Id="rId78" Target="../media/image83.png" Type="http://schemas.openxmlformats.org/officeDocument/2006/relationships/image"/><Relationship Id="rId79" Target="../media/image84.png" Type="http://schemas.openxmlformats.org/officeDocument/2006/relationships/image"/><Relationship Id="rId8" Target="../media/image546.png" Type="http://schemas.openxmlformats.org/officeDocument/2006/relationships/image"/><Relationship Id="rId80" Target="../media/image85.png" Type="http://schemas.openxmlformats.org/officeDocument/2006/relationships/image"/><Relationship Id="rId81" Target="../media/image86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599.png" Type="http://schemas.openxmlformats.org/officeDocument/2006/relationships/image"/><Relationship Id="rId14" Target="../media/image600.png" Type="http://schemas.openxmlformats.org/officeDocument/2006/relationships/image"/><Relationship Id="rId15" Target="../media/image601.png" Type="http://schemas.openxmlformats.org/officeDocument/2006/relationships/image"/><Relationship Id="rId16" Target="../media/image143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602.png" Type="http://schemas.openxmlformats.org/officeDocument/2006/relationships/image"/><Relationship Id="rId2" Target="../media/image1.png" Type="http://schemas.openxmlformats.org/officeDocument/2006/relationships/image"/><Relationship Id="rId20" Target="../media/image102.png" Type="http://schemas.openxmlformats.org/officeDocument/2006/relationships/image"/><Relationship Id="rId21" Target="../media/image603.png" Type="http://schemas.openxmlformats.org/officeDocument/2006/relationships/image"/><Relationship Id="rId22" Target="../media/image604.png" Type="http://schemas.openxmlformats.org/officeDocument/2006/relationships/image"/><Relationship Id="rId23" Target="../media/image605.png" Type="http://schemas.openxmlformats.org/officeDocument/2006/relationships/image"/><Relationship Id="rId24" Target="../media/image606.png" Type="http://schemas.openxmlformats.org/officeDocument/2006/relationships/image"/><Relationship Id="rId25" Target="../media/image607.png" Type="http://schemas.openxmlformats.org/officeDocument/2006/relationships/image"/><Relationship Id="rId26" Target="../media/image608.png" Type="http://schemas.openxmlformats.org/officeDocument/2006/relationships/image"/><Relationship Id="rId27" Target="../media/image609.png" Type="http://schemas.openxmlformats.org/officeDocument/2006/relationships/image"/><Relationship Id="rId28" Target="../media/image610.png" Type="http://schemas.openxmlformats.org/officeDocument/2006/relationships/image"/><Relationship Id="rId29" Target="../media/image611.png" Type="http://schemas.openxmlformats.org/officeDocument/2006/relationships/image"/><Relationship Id="rId3" Target="../media/image2.png" Type="http://schemas.openxmlformats.org/officeDocument/2006/relationships/image"/><Relationship Id="rId30" Target="../media/image612.png" Type="http://schemas.openxmlformats.org/officeDocument/2006/relationships/image"/><Relationship Id="rId31" Target="../media/image613.png" Type="http://schemas.openxmlformats.org/officeDocument/2006/relationships/image"/><Relationship Id="rId32" Target="../media/image614.png" Type="http://schemas.openxmlformats.org/officeDocument/2006/relationships/image"/><Relationship Id="rId33" Target="../media/image615.png" Type="http://schemas.openxmlformats.org/officeDocument/2006/relationships/image"/><Relationship Id="rId34" Target="../media/image616.png" Type="http://schemas.openxmlformats.org/officeDocument/2006/relationships/image"/><Relationship Id="rId35" Target="../media/image617.png" Type="http://schemas.openxmlformats.org/officeDocument/2006/relationships/image"/><Relationship Id="rId36" Target="../media/image618.png" Type="http://schemas.openxmlformats.org/officeDocument/2006/relationships/image"/><Relationship Id="rId37" Target="../media/image619.png" Type="http://schemas.openxmlformats.org/officeDocument/2006/relationships/image"/><Relationship Id="rId38" Target="../media/image620.png" Type="http://schemas.openxmlformats.org/officeDocument/2006/relationships/image"/><Relationship Id="rId39" Target="../media/image621.png" Type="http://schemas.openxmlformats.org/officeDocument/2006/relationships/image"/><Relationship Id="rId4" Target="../media/image595.png" Type="http://schemas.openxmlformats.org/officeDocument/2006/relationships/image"/><Relationship Id="rId40" Target="../media/image622.png" Type="http://schemas.openxmlformats.org/officeDocument/2006/relationships/image"/><Relationship Id="rId41" Target="../media/image623.png" Type="http://schemas.openxmlformats.org/officeDocument/2006/relationships/image"/><Relationship Id="rId42" Target="../media/image624.png" Type="http://schemas.openxmlformats.org/officeDocument/2006/relationships/image"/><Relationship Id="rId43" Target="../media/image625.png" Type="http://schemas.openxmlformats.org/officeDocument/2006/relationships/image"/><Relationship Id="rId44" Target="../media/image626.png" Type="http://schemas.openxmlformats.org/officeDocument/2006/relationships/image"/><Relationship Id="rId45" Target="../media/image627.png" Type="http://schemas.openxmlformats.org/officeDocument/2006/relationships/image"/><Relationship Id="rId46" Target="../media/image628.png" Type="http://schemas.openxmlformats.org/officeDocument/2006/relationships/image"/><Relationship Id="rId47" Target="../media/image629.png" Type="http://schemas.openxmlformats.org/officeDocument/2006/relationships/image"/><Relationship Id="rId48" Target="../media/image630.png" Type="http://schemas.openxmlformats.org/officeDocument/2006/relationships/image"/><Relationship Id="rId49" Target="../media/image631.png" Type="http://schemas.openxmlformats.org/officeDocument/2006/relationships/image"/><Relationship Id="rId5" Target="../media/image596.png" Type="http://schemas.openxmlformats.org/officeDocument/2006/relationships/image"/><Relationship Id="rId50" Target="../media/image632.png" Type="http://schemas.openxmlformats.org/officeDocument/2006/relationships/image"/><Relationship Id="rId51" Target="../media/image633.png" Type="http://schemas.openxmlformats.org/officeDocument/2006/relationships/image"/><Relationship Id="rId52" Target="../media/image634.png" Type="http://schemas.openxmlformats.org/officeDocument/2006/relationships/image"/><Relationship Id="rId53" Target="../media/image635.png" Type="http://schemas.openxmlformats.org/officeDocument/2006/relationships/image"/><Relationship Id="rId54" Target="../media/image636.png" Type="http://schemas.openxmlformats.org/officeDocument/2006/relationships/image"/><Relationship Id="rId55" Target="../media/image637.png" Type="http://schemas.openxmlformats.org/officeDocument/2006/relationships/image"/><Relationship Id="rId56" Target="../media/image638.png" Type="http://schemas.openxmlformats.org/officeDocument/2006/relationships/image"/><Relationship Id="rId57" Target="../media/image639.png" Type="http://schemas.openxmlformats.org/officeDocument/2006/relationships/image"/><Relationship Id="rId58" Target="../media/image640.png" Type="http://schemas.openxmlformats.org/officeDocument/2006/relationships/image"/><Relationship Id="rId59" Target="../media/image641.png" Type="http://schemas.openxmlformats.org/officeDocument/2006/relationships/image"/><Relationship Id="rId6" Target="../media/image597.png" Type="http://schemas.openxmlformats.org/officeDocument/2006/relationships/image"/><Relationship Id="rId60" Target="../media/image642.png" Type="http://schemas.openxmlformats.org/officeDocument/2006/relationships/image"/><Relationship Id="rId61" Target="../media/image643.png" Type="http://schemas.openxmlformats.org/officeDocument/2006/relationships/image"/><Relationship Id="rId62" Target="../media/image644.png" Type="http://schemas.openxmlformats.org/officeDocument/2006/relationships/image"/><Relationship Id="rId63" Target="../media/image645.png" Type="http://schemas.openxmlformats.org/officeDocument/2006/relationships/image"/><Relationship Id="rId64" Target="../media/image646.png" Type="http://schemas.openxmlformats.org/officeDocument/2006/relationships/image"/><Relationship Id="rId65" Target="../media/image70.png" Type="http://schemas.openxmlformats.org/officeDocument/2006/relationships/image"/><Relationship Id="rId66" Target="../media/image71.png" Type="http://schemas.openxmlformats.org/officeDocument/2006/relationships/image"/><Relationship Id="rId67" Target="../media/image72.png" Type="http://schemas.openxmlformats.org/officeDocument/2006/relationships/image"/><Relationship Id="rId68" Target="../media/image73.png" Type="http://schemas.openxmlformats.org/officeDocument/2006/relationships/image"/><Relationship Id="rId69" Target="../media/image74.png" Type="http://schemas.openxmlformats.org/officeDocument/2006/relationships/image"/><Relationship Id="rId7" Target="../media/image598.png" Type="http://schemas.openxmlformats.org/officeDocument/2006/relationships/image"/><Relationship Id="rId70" Target="../media/image75.png" Type="http://schemas.openxmlformats.org/officeDocument/2006/relationships/image"/><Relationship Id="rId71" Target="../media/image76.png" Type="http://schemas.openxmlformats.org/officeDocument/2006/relationships/image"/><Relationship Id="rId72" Target="../media/image77.png" Type="http://schemas.openxmlformats.org/officeDocument/2006/relationships/image"/><Relationship Id="rId73" Target="../media/image78.png" Type="http://schemas.openxmlformats.org/officeDocument/2006/relationships/image"/><Relationship Id="rId74" Target="../media/image79.png" Type="http://schemas.openxmlformats.org/officeDocument/2006/relationships/image"/><Relationship Id="rId75" Target="../media/image80.png" Type="http://schemas.openxmlformats.org/officeDocument/2006/relationships/image"/><Relationship Id="rId76" Target="../media/image81.png" Type="http://schemas.openxmlformats.org/officeDocument/2006/relationships/image"/><Relationship Id="rId77" Target="../media/image82.png" Type="http://schemas.openxmlformats.org/officeDocument/2006/relationships/image"/><Relationship Id="rId78" Target="../media/image83.png" Type="http://schemas.openxmlformats.org/officeDocument/2006/relationships/image"/><Relationship Id="rId79" Target="../media/image84.png" Type="http://schemas.openxmlformats.org/officeDocument/2006/relationships/image"/><Relationship Id="rId8" Target="../media/image239.png" Type="http://schemas.openxmlformats.org/officeDocument/2006/relationships/image"/><Relationship Id="rId80" Target="../media/image85.png" Type="http://schemas.openxmlformats.org/officeDocument/2006/relationships/image"/><Relationship Id="rId81" Target="../media/image86.png" Type="http://schemas.openxmlformats.org/officeDocument/2006/relationships/image"/><Relationship Id="rId9" Target="../media/image19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651.png" Type="http://schemas.openxmlformats.org/officeDocument/2006/relationships/image"/><Relationship Id="rId12" Target="../media/image11.png" Type="http://schemas.openxmlformats.org/officeDocument/2006/relationships/image"/><Relationship Id="rId13" Target="../media/image652.png" Type="http://schemas.openxmlformats.org/officeDocument/2006/relationships/image"/><Relationship Id="rId14" Target="../media/image511.png" Type="http://schemas.openxmlformats.org/officeDocument/2006/relationships/image"/><Relationship Id="rId15" Target="../media/image512.png" Type="http://schemas.openxmlformats.org/officeDocument/2006/relationships/image"/><Relationship Id="rId16" Target="../media/image98.png" Type="http://schemas.openxmlformats.org/officeDocument/2006/relationships/image"/><Relationship Id="rId17" Target="../media/image16.png" Type="http://schemas.openxmlformats.org/officeDocument/2006/relationships/image"/><Relationship Id="rId18" Target="../media/image513.png" Type="http://schemas.openxmlformats.org/officeDocument/2006/relationships/image"/><Relationship Id="rId19" Target="../media/image514.png" Type="http://schemas.openxmlformats.org/officeDocument/2006/relationships/image"/><Relationship Id="rId2" Target="../media/image1.png" Type="http://schemas.openxmlformats.org/officeDocument/2006/relationships/image"/><Relationship Id="rId20" Target="../media/image245.png" Type="http://schemas.openxmlformats.org/officeDocument/2006/relationships/image"/><Relationship Id="rId21" Target="../media/image653.png" Type="http://schemas.openxmlformats.org/officeDocument/2006/relationships/image"/><Relationship Id="rId22" Target="../media/image654.png" Type="http://schemas.openxmlformats.org/officeDocument/2006/relationships/image"/><Relationship Id="rId23" Target="../media/image655.png" Type="http://schemas.openxmlformats.org/officeDocument/2006/relationships/image"/><Relationship Id="rId24" Target="../media/image656.png" Type="http://schemas.openxmlformats.org/officeDocument/2006/relationships/image"/><Relationship Id="rId25" Target="../media/image657.png" Type="http://schemas.openxmlformats.org/officeDocument/2006/relationships/image"/><Relationship Id="rId26" Target="../media/image658.png" Type="http://schemas.openxmlformats.org/officeDocument/2006/relationships/image"/><Relationship Id="rId27" Target="../media/image659.png" Type="http://schemas.openxmlformats.org/officeDocument/2006/relationships/image"/><Relationship Id="rId28" Target="../media/image660.png" Type="http://schemas.openxmlformats.org/officeDocument/2006/relationships/image"/><Relationship Id="rId29" Target="../media/image661.png" Type="http://schemas.openxmlformats.org/officeDocument/2006/relationships/image"/><Relationship Id="rId3" Target="../media/image2.png" Type="http://schemas.openxmlformats.org/officeDocument/2006/relationships/image"/><Relationship Id="rId30" Target="../media/image662.png" Type="http://schemas.openxmlformats.org/officeDocument/2006/relationships/image"/><Relationship Id="rId31" Target="../media/image663.png" Type="http://schemas.openxmlformats.org/officeDocument/2006/relationships/image"/><Relationship Id="rId32" Target="../media/image664.png" Type="http://schemas.openxmlformats.org/officeDocument/2006/relationships/image"/><Relationship Id="rId33" Target="../media/image665.png" Type="http://schemas.openxmlformats.org/officeDocument/2006/relationships/image"/><Relationship Id="rId34" Target="../media/image666.png" Type="http://schemas.openxmlformats.org/officeDocument/2006/relationships/image"/><Relationship Id="rId35" Target="../media/image667.png" Type="http://schemas.openxmlformats.org/officeDocument/2006/relationships/image"/><Relationship Id="rId36" Target="../media/image668.png" Type="http://schemas.openxmlformats.org/officeDocument/2006/relationships/image"/><Relationship Id="rId37" Target="../media/image669.png" Type="http://schemas.openxmlformats.org/officeDocument/2006/relationships/image"/><Relationship Id="rId38" Target="../media/image670.png" Type="http://schemas.openxmlformats.org/officeDocument/2006/relationships/image"/><Relationship Id="rId39" Target="../media/image671.png" Type="http://schemas.openxmlformats.org/officeDocument/2006/relationships/image"/><Relationship Id="rId4" Target="../media/image647.png" Type="http://schemas.openxmlformats.org/officeDocument/2006/relationships/image"/><Relationship Id="rId40" Target="../media/image672.png" Type="http://schemas.openxmlformats.org/officeDocument/2006/relationships/image"/><Relationship Id="rId41" Target="../media/image673.png" Type="http://schemas.openxmlformats.org/officeDocument/2006/relationships/image"/><Relationship Id="rId42" Target="../media/image674.png" Type="http://schemas.openxmlformats.org/officeDocument/2006/relationships/image"/><Relationship Id="rId43" Target="../media/image675.png" Type="http://schemas.openxmlformats.org/officeDocument/2006/relationships/image"/><Relationship Id="rId44" Target="../media/image676.png" Type="http://schemas.openxmlformats.org/officeDocument/2006/relationships/image"/><Relationship Id="rId45" Target="../media/image677.png" Type="http://schemas.openxmlformats.org/officeDocument/2006/relationships/image"/><Relationship Id="rId46" Target="../media/image678.png" Type="http://schemas.openxmlformats.org/officeDocument/2006/relationships/image"/><Relationship Id="rId47" Target="../media/image679.png" Type="http://schemas.openxmlformats.org/officeDocument/2006/relationships/image"/><Relationship Id="rId48" Target="../media/image680.png" Type="http://schemas.openxmlformats.org/officeDocument/2006/relationships/image"/><Relationship Id="rId49" Target="../media/image681.png" Type="http://schemas.openxmlformats.org/officeDocument/2006/relationships/image"/><Relationship Id="rId5" Target="../media/image648.png" Type="http://schemas.openxmlformats.org/officeDocument/2006/relationships/image"/><Relationship Id="rId50" Target="../media/image682.png" Type="http://schemas.openxmlformats.org/officeDocument/2006/relationships/image"/><Relationship Id="rId51" Target="../media/image683.png" Type="http://schemas.openxmlformats.org/officeDocument/2006/relationships/image"/><Relationship Id="rId52" Target="../media/image684.png" Type="http://schemas.openxmlformats.org/officeDocument/2006/relationships/image"/><Relationship Id="rId53" Target="../media/image685.png" Type="http://schemas.openxmlformats.org/officeDocument/2006/relationships/image"/><Relationship Id="rId54" Target="../media/image686.png" Type="http://schemas.openxmlformats.org/officeDocument/2006/relationships/image"/><Relationship Id="rId55" Target="../media/image687.png" Type="http://schemas.openxmlformats.org/officeDocument/2006/relationships/image"/><Relationship Id="rId56" Target="../media/image688.png" Type="http://schemas.openxmlformats.org/officeDocument/2006/relationships/image"/><Relationship Id="rId57" Target="../media/image70.png" Type="http://schemas.openxmlformats.org/officeDocument/2006/relationships/image"/><Relationship Id="rId58" Target="../media/image71.png" Type="http://schemas.openxmlformats.org/officeDocument/2006/relationships/image"/><Relationship Id="rId59" Target="../media/image72.png" Type="http://schemas.openxmlformats.org/officeDocument/2006/relationships/image"/><Relationship Id="rId6" Target="../media/image649.png" Type="http://schemas.openxmlformats.org/officeDocument/2006/relationships/image"/><Relationship Id="rId60" Target="../media/image73.png" Type="http://schemas.openxmlformats.org/officeDocument/2006/relationships/image"/><Relationship Id="rId61" Target="../media/image74.png" Type="http://schemas.openxmlformats.org/officeDocument/2006/relationships/image"/><Relationship Id="rId62" Target="../media/image75.png" Type="http://schemas.openxmlformats.org/officeDocument/2006/relationships/image"/><Relationship Id="rId63" Target="../media/image76.png" Type="http://schemas.openxmlformats.org/officeDocument/2006/relationships/image"/><Relationship Id="rId64" Target="../media/image77.png" Type="http://schemas.openxmlformats.org/officeDocument/2006/relationships/image"/><Relationship Id="rId65" Target="../media/image78.png" Type="http://schemas.openxmlformats.org/officeDocument/2006/relationships/image"/><Relationship Id="rId66" Target="../media/image79.png" Type="http://schemas.openxmlformats.org/officeDocument/2006/relationships/image"/><Relationship Id="rId67" Target="../media/image80.png" Type="http://schemas.openxmlformats.org/officeDocument/2006/relationships/image"/><Relationship Id="rId68" Target="../media/image81.png" Type="http://schemas.openxmlformats.org/officeDocument/2006/relationships/image"/><Relationship Id="rId69" Target="../media/image82.png" Type="http://schemas.openxmlformats.org/officeDocument/2006/relationships/image"/><Relationship Id="rId7" Target="../media/image6.png" Type="http://schemas.openxmlformats.org/officeDocument/2006/relationships/image"/><Relationship Id="rId70" Target="../media/image83.png" Type="http://schemas.openxmlformats.org/officeDocument/2006/relationships/image"/><Relationship Id="rId71" Target="../media/image84.png" Type="http://schemas.openxmlformats.org/officeDocument/2006/relationships/image"/><Relationship Id="rId72" Target="../media/image85.png" Type="http://schemas.openxmlformats.org/officeDocument/2006/relationships/image"/><Relationship Id="rId73" Target="../media/image86.png" Type="http://schemas.openxmlformats.org/officeDocument/2006/relationships/image"/><Relationship Id="rId8" Target="../media/image650.png" Type="http://schemas.openxmlformats.org/officeDocument/2006/relationships/image"/><Relationship Id="rId9" Target="../media/image19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3.png" Type="http://schemas.openxmlformats.org/officeDocument/2006/relationships/image"/><Relationship Id="rId11" Target="../media/image10.png" Type="http://schemas.openxmlformats.org/officeDocument/2006/relationships/image"/><Relationship Id="rId12" Target="../media/image694.png" Type="http://schemas.openxmlformats.org/officeDocument/2006/relationships/image"/><Relationship Id="rId13" Target="../media/image695.png" Type="http://schemas.openxmlformats.org/officeDocument/2006/relationships/image"/><Relationship Id="rId14" Target="../media/image696.png" Type="http://schemas.openxmlformats.org/officeDocument/2006/relationships/image"/><Relationship Id="rId15" Target="../media/image97.png" Type="http://schemas.openxmlformats.org/officeDocument/2006/relationships/image"/><Relationship Id="rId16" Target="../media/image697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245.png" Type="http://schemas.openxmlformats.org/officeDocument/2006/relationships/image"/><Relationship Id="rId21" Target="../media/image698.png" Type="http://schemas.openxmlformats.org/officeDocument/2006/relationships/image"/><Relationship Id="rId22" Target="../media/image699.png" Type="http://schemas.openxmlformats.org/officeDocument/2006/relationships/image"/><Relationship Id="rId23" Target="../media/image700.png" Type="http://schemas.openxmlformats.org/officeDocument/2006/relationships/image"/><Relationship Id="rId24" Target="../media/image701.png" Type="http://schemas.openxmlformats.org/officeDocument/2006/relationships/image"/><Relationship Id="rId25" Target="../media/image702.png" Type="http://schemas.openxmlformats.org/officeDocument/2006/relationships/image"/><Relationship Id="rId26" Target="../media/image703.png" Type="http://schemas.openxmlformats.org/officeDocument/2006/relationships/image"/><Relationship Id="rId27" Target="../media/image704.png" Type="http://schemas.openxmlformats.org/officeDocument/2006/relationships/image"/><Relationship Id="rId28" Target="../media/image705.png" Type="http://schemas.openxmlformats.org/officeDocument/2006/relationships/image"/><Relationship Id="rId29" Target="../media/image706.png" Type="http://schemas.openxmlformats.org/officeDocument/2006/relationships/image"/><Relationship Id="rId3" Target="../media/image2.png" Type="http://schemas.openxmlformats.org/officeDocument/2006/relationships/image"/><Relationship Id="rId30" Target="../media/image707.png" Type="http://schemas.openxmlformats.org/officeDocument/2006/relationships/image"/><Relationship Id="rId31" Target="../media/image708.png" Type="http://schemas.openxmlformats.org/officeDocument/2006/relationships/image"/><Relationship Id="rId32" Target="../media/image709.png" Type="http://schemas.openxmlformats.org/officeDocument/2006/relationships/image"/><Relationship Id="rId33" Target="../media/image710.png" Type="http://schemas.openxmlformats.org/officeDocument/2006/relationships/image"/><Relationship Id="rId34" Target="../media/image711.png" Type="http://schemas.openxmlformats.org/officeDocument/2006/relationships/image"/><Relationship Id="rId35" Target="../media/image712.png" Type="http://schemas.openxmlformats.org/officeDocument/2006/relationships/image"/><Relationship Id="rId36" Target="../media/image713.png" Type="http://schemas.openxmlformats.org/officeDocument/2006/relationships/image"/><Relationship Id="rId37" Target="../media/image714.png" Type="http://schemas.openxmlformats.org/officeDocument/2006/relationships/image"/><Relationship Id="rId38" Target="../media/image715.png" Type="http://schemas.openxmlformats.org/officeDocument/2006/relationships/image"/><Relationship Id="rId39" Target="../media/image716.png" Type="http://schemas.openxmlformats.org/officeDocument/2006/relationships/image"/><Relationship Id="rId4" Target="../media/image689.png" Type="http://schemas.openxmlformats.org/officeDocument/2006/relationships/image"/><Relationship Id="rId40" Target="../media/image717.png" Type="http://schemas.openxmlformats.org/officeDocument/2006/relationships/image"/><Relationship Id="rId41" Target="../media/image718.png" Type="http://schemas.openxmlformats.org/officeDocument/2006/relationships/image"/><Relationship Id="rId42" Target="../media/image719.png" Type="http://schemas.openxmlformats.org/officeDocument/2006/relationships/image"/><Relationship Id="rId43" Target="../media/image720.png" Type="http://schemas.openxmlformats.org/officeDocument/2006/relationships/image"/><Relationship Id="rId44" Target="../media/image721.png" Type="http://schemas.openxmlformats.org/officeDocument/2006/relationships/image"/><Relationship Id="rId45" Target="../media/image722.png" Type="http://schemas.openxmlformats.org/officeDocument/2006/relationships/image"/><Relationship Id="rId46" Target="../media/image723.png" Type="http://schemas.openxmlformats.org/officeDocument/2006/relationships/image"/><Relationship Id="rId47" Target="../media/image724.png" Type="http://schemas.openxmlformats.org/officeDocument/2006/relationships/image"/><Relationship Id="rId48" Target="../media/image725.png" Type="http://schemas.openxmlformats.org/officeDocument/2006/relationships/image"/><Relationship Id="rId49" Target="../media/image70.png" Type="http://schemas.openxmlformats.org/officeDocument/2006/relationships/image"/><Relationship Id="rId5" Target="../media/image690.png" Type="http://schemas.openxmlformats.org/officeDocument/2006/relationships/image"/><Relationship Id="rId50" Target="../media/image71.png" Type="http://schemas.openxmlformats.org/officeDocument/2006/relationships/image"/><Relationship Id="rId51" Target="../media/image72.png" Type="http://schemas.openxmlformats.org/officeDocument/2006/relationships/image"/><Relationship Id="rId52" Target="../media/image73.png" Type="http://schemas.openxmlformats.org/officeDocument/2006/relationships/image"/><Relationship Id="rId53" Target="../media/image74.png" Type="http://schemas.openxmlformats.org/officeDocument/2006/relationships/image"/><Relationship Id="rId54" Target="../media/image75.png" Type="http://schemas.openxmlformats.org/officeDocument/2006/relationships/image"/><Relationship Id="rId55" Target="../media/image76.png" Type="http://schemas.openxmlformats.org/officeDocument/2006/relationships/image"/><Relationship Id="rId56" Target="../media/image77.png" Type="http://schemas.openxmlformats.org/officeDocument/2006/relationships/image"/><Relationship Id="rId57" Target="../media/image78.png" Type="http://schemas.openxmlformats.org/officeDocument/2006/relationships/image"/><Relationship Id="rId58" Target="../media/image79.png" Type="http://schemas.openxmlformats.org/officeDocument/2006/relationships/image"/><Relationship Id="rId59" Target="../media/image80.png" Type="http://schemas.openxmlformats.org/officeDocument/2006/relationships/image"/><Relationship Id="rId6" Target="../media/image691.png" Type="http://schemas.openxmlformats.org/officeDocument/2006/relationships/image"/><Relationship Id="rId60" Target="../media/image81.png" Type="http://schemas.openxmlformats.org/officeDocument/2006/relationships/image"/><Relationship Id="rId61" Target="../media/image82.png" Type="http://schemas.openxmlformats.org/officeDocument/2006/relationships/image"/><Relationship Id="rId62" Target="../media/image83.png" Type="http://schemas.openxmlformats.org/officeDocument/2006/relationships/image"/><Relationship Id="rId63" Target="../media/image84.png" Type="http://schemas.openxmlformats.org/officeDocument/2006/relationships/image"/><Relationship Id="rId64" Target="../media/image85.png" Type="http://schemas.openxmlformats.org/officeDocument/2006/relationships/image"/><Relationship Id="rId65" Target="../media/image86.png" Type="http://schemas.openxmlformats.org/officeDocument/2006/relationships/image"/><Relationship Id="rId66" Target="../media/image726.png" Type="http://schemas.openxmlformats.org/officeDocument/2006/relationships/image"/><Relationship Id="rId67" Target="../media/image727.png" Type="http://schemas.openxmlformats.org/officeDocument/2006/relationships/image"/><Relationship Id="rId7" Target="../media/image90.png" Type="http://schemas.openxmlformats.org/officeDocument/2006/relationships/image"/><Relationship Id="rId8" Target="../media/image692.png" Type="http://schemas.openxmlformats.org/officeDocument/2006/relationships/image"/><Relationship Id="rId9" Target="../media/image19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471400" y="9855200"/>
            <a:ext cx="1727200" cy="2057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926300" y="6184900"/>
            <a:ext cx="2273300" cy="2476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814300" y="3073400"/>
            <a:ext cx="2527300" cy="3200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5735300" y="3987800"/>
            <a:ext cx="2984500" cy="2286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322300" y="9537700"/>
            <a:ext cx="2755900" cy="2298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862300" y="8356600"/>
            <a:ext cx="3581400" cy="3784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9144000" y="5181600"/>
            <a:ext cx="3568700" cy="3048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4757400" y="7162800"/>
            <a:ext cx="2260600" cy="1892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303500" y="6527800"/>
            <a:ext cx="1993900" cy="1054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449300" y="8648700"/>
            <a:ext cx="2540000" cy="1638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262600" y="6477000"/>
            <a:ext cx="1803400" cy="1955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3436600" y="5029200"/>
            <a:ext cx="2057400" cy="2108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8681700" y="4610100"/>
            <a:ext cx="1498600" cy="1981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6776700" y="7950200"/>
            <a:ext cx="3556000" cy="3098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7818100" y="1638300"/>
            <a:ext cx="2197100" cy="3200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909300" y="7315200"/>
            <a:ext cx="2120900" cy="1854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909800" y="4140200"/>
            <a:ext cx="2286000" cy="2565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674600" y="7112000"/>
            <a:ext cx="2222500" cy="2768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5887700" y="2070100"/>
            <a:ext cx="2146300" cy="2946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6751300" y="6477000"/>
            <a:ext cx="2019300" cy="1727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0617200" y="8636000"/>
            <a:ext cx="2768600" cy="1689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6764000" y="1435100"/>
            <a:ext cx="1460500" cy="2717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1912600" y="5753100"/>
            <a:ext cx="3416300" cy="21971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7221200" y="5130800"/>
            <a:ext cx="1701800" cy="1828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8618200" y="7670800"/>
            <a:ext cx="2895600" cy="29591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083800" y="6616700"/>
            <a:ext cx="17526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1341100" y="8318500"/>
            <a:ext cx="12319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871200" y="9334500"/>
            <a:ext cx="13462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2687300" y="10541000"/>
            <a:ext cx="11811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3906500" y="10388600"/>
            <a:ext cx="1752600" cy="4826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5951200" y="9702800"/>
            <a:ext cx="1524000" cy="482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7437100" y="9525000"/>
            <a:ext cx="1752600" cy="4826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9215100" y="8839200"/>
            <a:ext cx="1282700" cy="4826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9964400" y="7239000"/>
            <a:ext cx="1752600" cy="482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8453100" y="7391400"/>
            <a:ext cx="1320800" cy="4826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6814800" y="7188200"/>
            <a:ext cx="1752600" cy="482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8745200" y="5372100"/>
            <a:ext cx="1219200" cy="482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7284700" y="5956300"/>
            <a:ext cx="1600200" cy="4826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8199100" y="3759200"/>
            <a:ext cx="1384300" cy="482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6827500" y="2641600"/>
            <a:ext cx="1384300" cy="4826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6065500" y="3632200"/>
            <a:ext cx="1384300" cy="4826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6383000" y="5194300"/>
            <a:ext cx="1384300" cy="4826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5227300" y="5905500"/>
            <a:ext cx="1384300" cy="4826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5709900" y="6731000"/>
            <a:ext cx="1155700" cy="4826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5087600" y="7899400"/>
            <a:ext cx="1384300" cy="482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2877800" y="6870700"/>
            <a:ext cx="1384300" cy="4826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3754100" y="6096000"/>
            <a:ext cx="1384300" cy="4826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3601700" y="4483100"/>
            <a:ext cx="1384300" cy="482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3017500" y="8102600"/>
            <a:ext cx="1384300" cy="4826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4160500" y="9017000"/>
            <a:ext cx="1384300" cy="4826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81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83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85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87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  <p:sp>
        <p:nvSpPr>
          <p:cNvPr name="TextBox 88" id="88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서울특별시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030700" y="1206500"/>
            <a:ext cx="4495800" cy="5765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341600" y="9359900"/>
            <a:ext cx="1473200" cy="140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700500" y="6997700"/>
            <a:ext cx="965200" cy="1320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817100" y="5588000"/>
            <a:ext cx="4648200" cy="6921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820900" y="6591300"/>
            <a:ext cx="1638300" cy="1765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941300" y="8432800"/>
            <a:ext cx="1943100" cy="2705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392400" y="3556000"/>
            <a:ext cx="2451100" cy="2692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601700" y="6565900"/>
            <a:ext cx="1422400" cy="2336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7106900" y="5118100"/>
            <a:ext cx="2235200" cy="2730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582900" y="5829300"/>
            <a:ext cx="1638300" cy="1028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659100" y="6578600"/>
            <a:ext cx="1536700" cy="1117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5151100" y="8089900"/>
            <a:ext cx="927100" cy="965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274800" y="4419600"/>
            <a:ext cx="1663700" cy="2489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6027400" y="7645400"/>
            <a:ext cx="1498600" cy="1930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579600" y="8305800"/>
            <a:ext cx="635000" cy="2400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100300" y="8940800"/>
            <a:ext cx="431800" cy="546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2065000" y="7467600"/>
            <a:ext cx="12319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074900" y="7302500"/>
            <a:ext cx="1219200" cy="482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3576300" y="9232900"/>
            <a:ext cx="9652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4503400" y="8407400"/>
            <a:ext cx="7874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5011400" y="8966200"/>
            <a:ext cx="7493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5570200" y="9626600"/>
            <a:ext cx="10795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3741400" y="7556500"/>
            <a:ext cx="11049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6383000" y="8407400"/>
            <a:ext cx="7874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5278100" y="8356600"/>
            <a:ext cx="7874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7449800" y="6731000"/>
            <a:ext cx="12446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8465800" y="4038600"/>
            <a:ext cx="11049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6548100" y="7391400"/>
            <a:ext cx="12446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5798800" y="6781800"/>
            <a:ext cx="13843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5875000" y="6121400"/>
            <a:ext cx="965200" cy="4826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6179800" y="4838700"/>
            <a:ext cx="977900" cy="482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605000" y="5588000"/>
            <a:ext cx="889000" cy="482600"/>
          </a:xfrm>
          <a:prstGeom prst="rect">
            <a:avLst/>
          </a:prstGeom>
        </p:spPr>
      </p:pic>
      <p:sp>
        <p:nvSpPr>
          <p:cNvPr name="TextBox 53" id="53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부산광역시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090400" y="7302500"/>
            <a:ext cx="4533900" cy="5435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405100" y="6045200"/>
            <a:ext cx="2082800" cy="2641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290800" y="8305800"/>
            <a:ext cx="1727200" cy="1397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788900" y="1028700"/>
            <a:ext cx="6477000" cy="5130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627100" y="8470900"/>
            <a:ext cx="1536700" cy="1524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274800" y="8039100"/>
            <a:ext cx="812800" cy="635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4084300" y="6527800"/>
            <a:ext cx="1663700" cy="1816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4782800" y="8623300"/>
            <a:ext cx="660400" cy="825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024100" y="8305800"/>
            <a:ext cx="508000" cy="355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065500" y="7048500"/>
            <a:ext cx="774700" cy="482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4770100" y="7124700"/>
            <a:ext cx="774700" cy="482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5722600" y="8813800"/>
            <a:ext cx="1168400" cy="482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820900" y="8801100"/>
            <a:ext cx="7747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4973300" y="8229600"/>
            <a:ext cx="774700" cy="482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287500" y="8115300"/>
            <a:ext cx="7747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6065500" y="3733800"/>
            <a:ext cx="9398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3766800" y="8953500"/>
            <a:ext cx="9652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3436600" y="10350500"/>
            <a:ext cx="1079500" cy="4826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대구광역시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463800" y="-495300"/>
            <a:ext cx="19989800" cy="13830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935700" y="6578600"/>
            <a:ext cx="1155700" cy="1219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233400" y="1879600"/>
            <a:ext cx="4406900" cy="3314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92700" y="4457700"/>
            <a:ext cx="1714500" cy="2146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00800" y="5067300"/>
            <a:ext cx="1117600" cy="876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113500" y="5981700"/>
            <a:ext cx="838200" cy="73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554700" y="6502400"/>
            <a:ext cx="7239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351500" y="6337300"/>
            <a:ext cx="596900" cy="317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659100" y="5689600"/>
            <a:ext cx="2997200" cy="2425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034000" y="7073900"/>
            <a:ext cx="1282700" cy="124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824200" y="3073400"/>
            <a:ext cx="1422400" cy="48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090900" y="6223000"/>
            <a:ext cx="1130300" cy="482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05100" y="8953500"/>
            <a:ext cx="1625600" cy="482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983200" y="5321300"/>
            <a:ext cx="1308100" cy="482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494500" y="5334000"/>
            <a:ext cx="1460500" cy="482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265900" y="6032500"/>
            <a:ext cx="1587500" cy="48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354800" y="7162800"/>
            <a:ext cx="1473200" cy="482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7449800" y="7556500"/>
            <a:ext cx="1524000" cy="482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529300" y="6654800"/>
            <a:ext cx="1879600" cy="48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919700" y="6248400"/>
            <a:ext cx="977900" cy="482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인천광역시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827000" y="7010400"/>
            <a:ext cx="6146800" cy="425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773400" y="2476500"/>
            <a:ext cx="6489700" cy="5816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080500" y="2438400"/>
            <a:ext cx="7493000" cy="7988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528800" y="5892800"/>
            <a:ext cx="3746500" cy="3670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288000" y="6477000"/>
            <a:ext cx="3327400" cy="3898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1696700" y="6045200"/>
            <a:ext cx="21717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582900" y="7391400"/>
            <a:ext cx="16764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332200" y="9296400"/>
            <a:ext cx="1651000" cy="48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9037300" y="8496300"/>
            <a:ext cx="16510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7576800" y="4610100"/>
            <a:ext cx="1651000" cy="4826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광주광역시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014700" y="3479800"/>
            <a:ext cx="4064000" cy="8509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706600" y="6616700"/>
            <a:ext cx="2489200" cy="4940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1264900" y="1333500"/>
            <a:ext cx="4864100" cy="8216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179300" y="5829300"/>
            <a:ext cx="3517900" cy="6553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316200" y="2146300"/>
            <a:ext cx="3200400" cy="4622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928600" y="5207000"/>
            <a:ext cx="10922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335000" y="8674100"/>
            <a:ext cx="10922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252700" y="8559800"/>
            <a:ext cx="1092200" cy="48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7246600" y="7035800"/>
            <a:ext cx="10922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383000" y="3962400"/>
            <a:ext cx="1092200" cy="4826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대전광역시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274300" y="1574800"/>
            <a:ext cx="8826500" cy="10541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259300" y="2705100"/>
            <a:ext cx="3797300" cy="4330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141700" y="6070600"/>
            <a:ext cx="3314700" cy="2540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9570700" y="5588000"/>
            <a:ext cx="1384300" cy="2654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484600" y="4914900"/>
            <a:ext cx="2159000" cy="1409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551400" y="6832600"/>
            <a:ext cx="14605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9786600" y="6350000"/>
            <a:ext cx="13462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542000" y="4254500"/>
            <a:ext cx="1892300" cy="48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055600" y="5054600"/>
            <a:ext cx="21336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814800" y="5486400"/>
            <a:ext cx="1536700" cy="4826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울산광역시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7581900" y="876300"/>
            <a:ext cx="8242300" cy="11938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725900" y="6565900"/>
            <a:ext cx="2171700" cy="521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2085300" y="6959600"/>
            <a:ext cx="1739900" cy="2832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141700" y="1422400"/>
            <a:ext cx="2870200" cy="4648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7602200" y="2222500"/>
            <a:ext cx="3149600" cy="294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9151600" y="9080500"/>
            <a:ext cx="762000" cy="647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983200" y="7366000"/>
            <a:ext cx="2489200" cy="965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0472400" y="6375400"/>
            <a:ext cx="1943100" cy="2387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7284700" y="5029200"/>
            <a:ext cx="3441700" cy="2667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468600" y="876300"/>
            <a:ext cx="2336800" cy="1612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354800" y="4432300"/>
            <a:ext cx="1371600" cy="2146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008600" y="8737600"/>
            <a:ext cx="4597400" cy="4102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8300700" y="8153400"/>
            <a:ext cx="711200" cy="128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783300" y="9779000"/>
            <a:ext cx="546100" cy="431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8745200" y="7835900"/>
            <a:ext cx="1879600" cy="1028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9494500" y="10312400"/>
            <a:ext cx="635000" cy="431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9913600" y="9994900"/>
            <a:ext cx="622300" cy="457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8834100" y="8432800"/>
            <a:ext cx="558800" cy="736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20535900" y="7734300"/>
            <a:ext cx="1460500" cy="2451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8643600" y="7797800"/>
            <a:ext cx="3302000" cy="3124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9151600" y="8521700"/>
            <a:ext cx="584200" cy="6604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8707100" y="10058400"/>
            <a:ext cx="723900" cy="723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20396200" y="9753600"/>
            <a:ext cx="393700" cy="4699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8542000" y="9461500"/>
            <a:ext cx="698500" cy="381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8796000" y="9131300"/>
            <a:ext cx="406400" cy="330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9367500" y="10388600"/>
            <a:ext cx="889000" cy="304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9812000" y="10096500"/>
            <a:ext cx="889000" cy="304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0066000" y="9817100"/>
            <a:ext cx="889000" cy="3048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0662900" y="9410700"/>
            <a:ext cx="889000" cy="3048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20053300" y="9067800"/>
            <a:ext cx="889000" cy="3048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8605500" y="10274300"/>
            <a:ext cx="914400" cy="3048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8567400" y="9817100"/>
            <a:ext cx="914400" cy="3048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8491200" y="9461500"/>
            <a:ext cx="914400" cy="3048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9024600" y="9232900"/>
            <a:ext cx="914400" cy="3048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8478500" y="9156700"/>
            <a:ext cx="914400" cy="3048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8567400" y="8674100"/>
            <a:ext cx="914400" cy="3048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9024600" y="8813800"/>
            <a:ext cx="914400" cy="3048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8288000" y="8356600"/>
            <a:ext cx="914400" cy="3048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9189700" y="8064500"/>
            <a:ext cx="914400" cy="3048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20624800" y="8115300"/>
            <a:ext cx="914400" cy="304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20916900" y="7302500"/>
            <a:ext cx="914400" cy="3048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8516600" y="6235700"/>
            <a:ext cx="914400" cy="3048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8389600" y="7658100"/>
            <a:ext cx="914400" cy="304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9685000" y="5283200"/>
            <a:ext cx="914400" cy="3048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8516600" y="3594100"/>
            <a:ext cx="914400" cy="3048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6700500" y="2857500"/>
            <a:ext cx="914400" cy="3048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6294100" y="1282700"/>
            <a:ext cx="914400" cy="3048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7221200" y="8763000"/>
            <a:ext cx="914400" cy="3048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9659600" y="11252200"/>
            <a:ext cx="889000" cy="3048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22466300" y="8305800"/>
            <a:ext cx="914400" cy="3048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406400" y="571500"/>
            <a:ext cx="64897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세종특별자치시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73" id="73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81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83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85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87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 rot="0">
            <a:off x="10680700" y="7416800"/>
            <a:ext cx="20701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204700" y="2857500"/>
            <a:ext cx="2489200" cy="2832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5176500" y="4953000"/>
            <a:ext cx="2108200" cy="2425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544800" y="7137400"/>
            <a:ext cx="2222500" cy="2400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077700" y="9334500"/>
            <a:ext cx="3644900" cy="2489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706600" y="8610600"/>
            <a:ext cx="2921000" cy="2552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475200" y="8001000"/>
            <a:ext cx="2628900" cy="2717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6802100" y="5930900"/>
            <a:ext cx="3848100" cy="2692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6522700" y="2514600"/>
            <a:ext cx="2463800" cy="4267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252700" y="1257300"/>
            <a:ext cx="2514600" cy="3937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195300" y="762000"/>
            <a:ext cx="2768600" cy="2806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25200" y="4813300"/>
            <a:ext cx="2006600" cy="1866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1264900" y="8559800"/>
            <a:ext cx="2844800" cy="1574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2230100" y="5207000"/>
            <a:ext cx="2286000" cy="1549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2979400" y="10668000"/>
            <a:ext cx="2667000" cy="2146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668500" y="3124200"/>
            <a:ext cx="1016000" cy="1054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595600" y="6642100"/>
            <a:ext cx="1016000" cy="1066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6967200" y="8724900"/>
            <a:ext cx="2184400" cy="2857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738100" y="7010400"/>
            <a:ext cx="622300" cy="7747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4071600" y="8229600"/>
            <a:ext cx="812800" cy="10033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2204700" y="7721600"/>
            <a:ext cx="1485900" cy="1435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300200" y="7747000"/>
            <a:ext cx="596900" cy="558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541500" y="10185400"/>
            <a:ext cx="711200" cy="6223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5328900" y="6146800"/>
            <a:ext cx="457200" cy="774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4795500" y="7696200"/>
            <a:ext cx="1168400" cy="12319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3335000" y="7518400"/>
            <a:ext cx="495300" cy="8001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3919200" y="3467100"/>
            <a:ext cx="1536700" cy="24257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4058900" y="8801100"/>
            <a:ext cx="1143000" cy="1117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665200" y="8559800"/>
            <a:ext cx="609600" cy="6223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5316200" y="10579100"/>
            <a:ext cx="2946400" cy="2311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3652500" y="7950200"/>
            <a:ext cx="774700" cy="7239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4617700" y="4927600"/>
            <a:ext cx="1016000" cy="8001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439900" y="1968500"/>
            <a:ext cx="774700" cy="4064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5989300" y="2882900"/>
            <a:ext cx="774700" cy="4064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7322800" y="3949700"/>
            <a:ext cx="774700" cy="4064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5773400" y="5689600"/>
            <a:ext cx="1079500" cy="4064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2852400" y="4038600"/>
            <a:ext cx="774700" cy="4064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4376400" y="4267200"/>
            <a:ext cx="774700" cy="4064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4630400" y="3543300"/>
            <a:ext cx="1079500" cy="4064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4630400" y="5080000"/>
            <a:ext cx="1079500" cy="406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2954000" y="5689600"/>
            <a:ext cx="774700" cy="4064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1366500" y="5537200"/>
            <a:ext cx="774700" cy="4064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2611100" y="7162800"/>
            <a:ext cx="774700" cy="406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3182600" y="7696200"/>
            <a:ext cx="774700" cy="4064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3627100" y="8064500"/>
            <a:ext cx="774700" cy="4064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4287500" y="7696200"/>
            <a:ext cx="774700" cy="4064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4846300" y="6388100"/>
            <a:ext cx="1079500" cy="4064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5494000" y="7010400"/>
            <a:ext cx="1079500" cy="4064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5087600" y="8013700"/>
            <a:ext cx="774700" cy="4064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4173200" y="8382000"/>
            <a:ext cx="774700" cy="4064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3614400" y="8699500"/>
            <a:ext cx="774700" cy="4064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2509500" y="8216900"/>
            <a:ext cx="774700" cy="4064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2738100" y="8890000"/>
            <a:ext cx="774700" cy="4064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13284200" y="9982200"/>
            <a:ext cx="774700" cy="4064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14287500" y="9207500"/>
            <a:ext cx="774700" cy="4064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15773400" y="9525000"/>
            <a:ext cx="774700" cy="4064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14503400" y="10160000"/>
            <a:ext cx="774700" cy="4064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14046200" y="11557000"/>
            <a:ext cx="774700" cy="4064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16319500" y="11391900"/>
            <a:ext cx="774700" cy="4064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 rot="0">
            <a:off x="17348200" y="9664700"/>
            <a:ext cx="774700" cy="4064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 rot="0">
            <a:off x="18110200" y="7162800"/>
            <a:ext cx="774700" cy="4064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81"/>
          <a:stretch>
            <a:fillRect/>
          </a:stretch>
        </p:blipFill>
        <p:spPr>
          <a:xfrm rot="0">
            <a:off x="18910300" y="9017000"/>
            <a:ext cx="774700" cy="4064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 rot="0">
            <a:off x="16332200" y="8064500"/>
            <a:ext cx="774700" cy="406400"/>
          </a:xfrm>
          <a:prstGeom prst="rect">
            <a:avLst/>
          </a:prstGeom>
        </p:spPr>
      </p:pic>
      <p:sp>
        <p:nvSpPr>
          <p:cNvPr name="TextBox 83" id="83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경기도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85" id="85"/>
          <p:cNvPicPr>
            <a:picLocks noChangeAspect="true"/>
          </p:cNvPicPr>
          <p:nvPr/>
        </p:nvPicPr>
        <p:blipFill>
          <a:blip r:embed="rId83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85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87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89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91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94" id="94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93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95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97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99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716500" y="6057900"/>
            <a:ext cx="2921000" cy="3048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9342100" y="9321800"/>
            <a:ext cx="3073400" cy="3238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135100" y="2628900"/>
            <a:ext cx="3124200" cy="4203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827000" y="7874000"/>
            <a:ext cx="3213100" cy="2819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811500" y="1041400"/>
            <a:ext cx="1841500" cy="2959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8928100" y="2959100"/>
            <a:ext cx="4152900" cy="1803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360400" y="3009900"/>
            <a:ext cx="1854200" cy="2413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1315700" y="4851400"/>
            <a:ext cx="3048000" cy="302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722600" y="6781800"/>
            <a:ext cx="3060700" cy="4089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7297400" y="8470900"/>
            <a:ext cx="2857500" cy="3327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649700" y="4229100"/>
            <a:ext cx="2374900" cy="2209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1493500" y="5892800"/>
            <a:ext cx="6223000" cy="2908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0871200" y="3314700"/>
            <a:ext cx="2832100" cy="2184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0002500" y="8382000"/>
            <a:ext cx="1155700" cy="1282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9507200" y="10325100"/>
            <a:ext cx="1333500" cy="2108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922500" y="9906000"/>
            <a:ext cx="4775200" cy="27813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2750800" y="9169400"/>
            <a:ext cx="2794000" cy="2705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6738600" y="3721100"/>
            <a:ext cx="1104900" cy="7874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2966700" y="10299700"/>
            <a:ext cx="15494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6535400" y="11366500"/>
            <a:ext cx="15621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7881600" y="9702800"/>
            <a:ext cx="15621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8973800" y="7531100"/>
            <a:ext cx="12446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20751800" y="10706100"/>
            <a:ext cx="12446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9697700" y="11709400"/>
            <a:ext cx="12446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6306800" y="8394700"/>
            <a:ext cx="12446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20218400" y="8890000"/>
            <a:ext cx="12446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4274800" y="8940800"/>
            <a:ext cx="15621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931900" y="7150100"/>
            <a:ext cx="15621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1899900" y="6032500"/>
            <a:ext cx="19558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5240000" y="4724400"/>
            <a:ext cx="1295400" cy="4826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7259300" y="5054600"/>
            <a:ext cx="1600200" cy="482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7081500" y="3810000"/>
            <a:ext cx="1473200" cy="4826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5786100" y="2387600"/>
            <a:ext cx="1714500" cy="4826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3258800" y="3898900"/>
            <a:ext cx="1803400" cy="482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1595100" y="4000500"/>
            <a:ext cx="1422400" cy="4826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9575800" y="3479800"/>
            <a:ext cx="1676400" cy="482600"/>
          </a:xfrm>
          <a:prstGeom prst="rect">
            <a:avLst/>
          </a:prstGeom>
        </p:spPr>
      </p:pic>
      <p:sp>
        <p:nvSpPr>
          <p:cNvPr name="TextBox 57" id="57"/>
          <p:cNvSpPr txBox="true"/>
          <p:nvPr/>
        </p:nvSpPr>
        <p:spPr>
          <a:xfrm rot="0">
            <a:off x="393700" y="571500"/>
            <a:ext cx="65278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강원특별자치도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954000" y="9918700"/>
            <a:ext cx="3429000" cy="2743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899900" y="2260600"/>
            <a:ext cx="2565400" cy="2870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642600" y="5676900"/>
            <a:ext cx="3606800" cy="3365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551400" y="2184400"/>
            <a:ext cx="3149600" cy="3225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192000" y="8724900"/>
            <a:ext cx="2971800" cy="2476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379700" y="1282700"/>
            <a:ext cx="2984500" cy="4051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395200" y="7188200"/>
            <a:ext cx="2870200" cy="2197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423900" y="1727200"/>
            <a:ext cx="3505200" cy="3746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573000" y="4940300"/>
            <a:ext cx="901700" cy="1422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0756900" y="3543300"/>
            <a:ext cx="2146300" cy="2362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3182600" y="4140200"/>
            <a:ext cx="3302000" cy="3136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1734800" y="6705600"/>
            <a:ext cx="990600" cy="482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1315700" y="4533900"/>
            <a:ext cx="9906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2293600" y="3606800"/>
            <a:ext cx="990600" cy="482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522200" y="5270500"/>
            <a:ext cx="9906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135100" y="5346700"/>
            <a:ext cx="9906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3474700" y="7912100"/>
            <a:ext cx="9906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839700" y="9525000"/>
            <a:ext cx="990600" cy="482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3957300" y="10998200"/>
            <a:ext cx="9906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4643100" y="3086100"/>
            <a:ext cx="9906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675100" y="2362200"/>
            <a:ext cx="9906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8338800" y="3352800"/>
            <a:ext cx="990600" cy="4826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충청북도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354800" y="9436100"/>
            <a:ext cx="2654300" cy="2997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319000" y="6743700"/>
            <a:ext cx="2120900" cy="3670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359900" y="2209800"/>
            <a:ext cx="2540000" cy="5791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548100" y="8737600"/>
            <a:ext cx="2882900" cy="2806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039600" y="5245100"/>
            <a:ext cx="2717800" cy="2171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6764000" y="2159000"/>
            <a:ext cx="3416300" cy="3606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278100" y="2463800"/>
            <a:ext cx="2387600" cy="3009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395200" y="10223500"/>
            <a:ext cx="3149600" cy="1968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242800" y="1155700"/>
            <a:ext cx="3251200" cy="3238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982700" y="8229600"/>
            <a:ext cx="3251200" cy="3225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036300" y="1676400"/>
            <a:ext cx="2743200" cy="4267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3233400" y="3886200"/>
            <a:ext cx="3187700" cy="2832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5722600" y="5207000"/>
            <a:ext cx="3302000" cy="4127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326100" y="8623300"/>
            <a:ext cx="749300" cy="11811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3957300" y="6299200"/>
            <a:ext cx="2933700" cy="2641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8021300" y="3479800"/>
            <a:ext cx="10033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963900" y="3619500"/>
            <a:ext cx="10033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3360400" y="2590800"/>
            <a:ext cx="1003300" cy="482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4973300" y="5321300"/>
            <a:ext cx="10033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7056100" y="7023100"/>
            <a:ext cx="10033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1772900" y="4140200"/>
            <a:ext cx="10033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2992100" y="6146800"/>
            <a:ext cx="10033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4630400" y="7442200"/>
            <a:ext cx="9398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2763500" y="7848600"/>
            <a:ext cx="10033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3665200" y="10947400"/>
            <a:ext cx="10033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5011400" y="9588500"/>
            <a:ext cx="10033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7538700" y="10071100"/>
            <a:ext cx="10033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0218400" y="10871200"/>
            <a:ext cx="10033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8338800" y="9042400"/>
            <a:ext cx="10033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9969500" y="4102100"/>
            <a:ext cx="1003300" cy="4826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충청남도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86500" y="2882900"/>
            <a:ext cx="3543300" cy="3124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144000" y="5765800"/>
            <a:ext cx="3454400" cy="2717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598900" y="3340100"/>
            <a:ext cx="3276600" cy="4610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5824200" y="8661400"/>
            <a:ext cx="4508500" cy="2882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2827000" y="8699500"/>
            <a:ext cx="4165600" cy="2882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9740900" y="2959100"/>
            <a:ext cx="3594100" cy="210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1480800" y="6375400"/>
            <a:ext cx="3683000" cy="3340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813800" y="8458200"/>
            <a:ext cx="3162300" cy="3048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163300" y="4584700"/>
            <a:ext cx="3733800" cy="2819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4109700" y="2184400"/>
            <a:ext cx="3479800" cy="5753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7487900" y="5499100"/>
            <a:ext cx="3060700" cy="4165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897100" y="6184900"/>
            <a:ext cx="3238500" cy="3568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122400" y="4762500"/>
            <a:ext cx="2120900" cy="1930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2776200" y="1866900"/>
            <a:ext cx="2628900" cy="3073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573000" y="5511800"/>
            <a:ext cx="11938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1087100" y="3873500"/>
            <a:ext cx="11938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3411200" y="3048000"/>
            <a:ext cx="11938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684500" y="3962400"/>
            <a:ext cx="1193800" cy="482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7589500" y="5384800"/>
            <a:ext cx="11938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5798800" y="8026400"/>
            <a:ext cx="11938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0358100" y="4140200"/>
            <a:ext cx="11938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8897600" y="7226300"/>
            <a:ext cx="11938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7703800" y="10033000"/>
            <a:ext cx="11938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4820900" y="10071100"/>
            <a:ext cx="11938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2814300" y="7950200"/>
            <a:ext cx="11938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210800" y="7150100"/>
            <a:ext cx="11938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9766300" y="9867900"/>
            <a:ext cx="11938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4617700" y="5295900"/>
            <a:ext cx="1092200" cy="4826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304800" y="571500"/>
            <a:ext cx="66929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전북특별자치도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51" id="5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487900" y="6692900"/>
            <a:ext cx="3060700" cy="3505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966200" y="3949700"/>
            <a:ext cx="3403600" cy="5168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9418300" y="2108200"/>
            <a:ext cx="1727200" cy="2273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0485100" y="6096000"/>
            <a:ext cx="1930400" cy="3467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335000" y="9829800"/>
            <a:ext cx="4038600" cy="2768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9880600" y="8686800"/>
            <a:ext cx="2501900" cy="2438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824200" y="1257300"/>
            <a:ext cx="1739900" cy="2933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034000" y="3632200"/>
            <a:ext cx="2882900" cy="2997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398500" y="4229100"/>
            <a:ext cx="2667000" cy="2070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331700" y="5664200"/>
            <a:ext cx="3429000" cy="2324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569700" y="7213600"/>
            <a:ext cx="3289300" cy="3962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1531600" y="3873500"/>
            <a:ext cx="2120900" cy="3251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1925300" y="1536700"/>
            <a:ext cx="2374900" cy="2184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341600" y="6273800"/>
            <a:ext cx="1727200" cy="3784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389100" y="7035800"/>
            <a:ext cx="1536700" cy="2844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6611600" y="5334000"/>
            <a:ext cx="3441700" cy="2882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582900" y="3403600"/>
            <a:ext cx="2603500" cy="32639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2420600" y="3200400"/>
            <a:ext cx="2057400" cy="2197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7411700" y="2374900"/>
            <a:ext cx="2247900" cy="2209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0497800" y="3683000"/>
            <a:ext cx="1778000" cy="2463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3919200" y="1066800"/>
            <a:ext cx="2349500" cy="2451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1912600" y="6515100"/>
            <a:ext cx="1054100" cy="787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6535400" y="4800600"/>
            <a:ext cx="10287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8986500" y="4991100"/>
            <a:ext cx="9398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0198100" y="6807200"/>
            <a:ext cx="10287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1010900" y="9537700"/>
            <a:ext cx="10287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3220700" y="8953500"/>
            <a:ext cx="10287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3830300" y="6553200"/>
            <a:ext cx="10287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4439900" y="4851400"/>
            <a:ext cx="10287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7551400" y="6464300"/>
            <a:ext cx="1028700" cy="4826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5709900" y="6959600"/>
            <a:ext cx="1028700" cy="482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795500" y="7645400"/>
            <a:ext cx="1028700" cy="4826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2306300" y="5118100"/>
            <a:ext cx="1028700" cy="4826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2598400" y="2679700"/>
            <a:ext cx="1028700" cy="482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3106400" y="3886200"/>
            <a:ext cx="1028700" cy="4826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4554200" y="2349500"/>
            <a:ext cx="1028700" cy="482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6205200" y="2438400"/>
            <a:ext cx="1028700" cy="482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8237200" y="2971800"/>
            <a:ext cx="1028700" cy="4826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9723100" y="2870200"/>
            <a:ext cx="1028700" cy="482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20828000" y="4711700"/>
            <a:ext cx="1028700" cy="4826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20878800" y="6654800"/>
            <a:ext cx="1028700" cy="4826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8732500" y="8013700"/>
            <a:ext cx="1028700" cy="4826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4325600" y="10604500"/>
            <a:ext cx="1028700" cy="4826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2065000" y="6680200"/>
            <a:ext cx="1028700" cy="482600"/>
          </a:xfrm>
          <a:prstGeom prst="rect">
            <a:avLst/>
          </a:prstGeom>
        </p:spPr>
      </p:pic>
      <p:sp>
        <p:nvSpPr>
          <p:cNvPr name="TextBox 65" id="65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전라남도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81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573500" y="9207500"/>
            <a:ext cx="3073400" cy="3035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611100" y="8966200"/>
            <a:ext cx="1981200" cy="1574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1005800" y="635000"/>
            <a:ext cx="635000" cy="596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566900" y="1993900"/>
            <a:ext cx="3035300" cy="2463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7500600" y="4991100"/>
            <a:ext cx="1651000" cy="2819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056100" y="1625600"/>
            <a:ext cx="2247900" cy="3492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446000" y="3822700"/>
            <a:ext cx="1930400" cy="2692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4020800" y="10871200"/>
            <a:ext cx="2959100" cy="1943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637000" y="7404100"/>
            <a:ext cx="3378200" cy="3429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0248900" y="8001000"/>
            <a:ext cx="2400300" cy="2997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824200" y="5588000"/>
            <a:ext cx="2260600" cy="3009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1239500" y="9436100"/>
            <a:ext cx="1981200" cy="1917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2636500" y="6070600"/>
            <a:ext cx="3403600" cy="2324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3411200" y="4000500"/>
            <a:ext cx="3187700" cy="3657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3347700" y="2298700"/>
            <a:ext cx="1778000" cy="2540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1709400" y="7264400"/>
            <a:ext cx="2425700" cy="2070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960600" y="8483600"/>
            <a:ext cx="2565400" cy="2438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4897100" y="9842500"/>
            <a:ext cx="1625600" cy="2032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0274300" y="3670300"/>
            <a:ext cx="2730500" cy="24765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1899900" y="10871200"/>
            <a:ext cx="1790700" cy="1651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535400" y="3530600"/>
            <a:ext cx="1828800" cy="2705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9791700" y="5219700"/>
            <a:ext cx="3048000" cy="2870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20726400" y="825500"/>
            <a:ext cx="10287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7589500" y="8394700"/>
            <a:ext cx="9398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7500600" y="10655300"/>
            <a:ext cx="10287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5938500" y="9271000"/>
            <a:ext cx="10287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6598900" y="6934200"/>
            <a:ext cx="10287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8008600" y="6235700"/>
            <a:ext cx="10287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6827500" y="4546600"/>
            <a:ext cx="10287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7589500" y="2717800"/>
            <a:ext cx="1028700" cy="4826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5468600" y="3022600"/>
            <a:ext cx="1028700" cy="482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732000" y="5359400"/>
            <a:ext cx="1028700" cy="4826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3385800" y="3289300"/>
            <a:ext cx="1028700" cy="4826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3982700" y="6972300"/>
            <a:ext cx="1181100" cy="482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0680700" y="6654800"/>
            <a:ext cx="1028700" cy="4826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1264900" y="4775200"/>
            <a:ext cx="1028700" cy="482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2928600" y="4737100"/>
            <a:ext cx="1028700" cy="482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0998200" y="8839200"/>
            <a:ext cx="1028700" cy="4826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2585700" y="8204200"/>
            <a:ext cx="1028700" cy="482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3093700" y="9486900"/>
            <a:ext cx="1028700" cy="4826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4592300" y="12001500"/>
            <a:ext cx="1028700" cy="4826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1709400" y="10185400"/>
            <a:ext cx="1028700" cy="4826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5163800" y="10795000"/>
            <a:ext cx="1028700" cy="4826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2077700" y="11468100"/>
            <a:ext cx="1028700" cy="482600"/>
          </a:xfrm>
          <a:prstGeom prst="rect">
            <a:avLst/>
          </a:prstGeom>
        </p:spPr>
      </p:pic>
      <p:sp>
        <p:nvSpPr>
          <p:cNvPr name="TextBox 65" id="65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경상북도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81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1379200" y="9880600"/>
            <a:ext cx="2095500" cy="2451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522700" y="8991600"/>
            <a:ext cx="2146300" cy="3124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297400" y="3187700"/>
            <a:ext cx="3479800" cy="2781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9537700" y="6210300"/>
            <a:ext cx="2806700" cy="3683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9639300" y="2032000"/>
            <a:ext cx="2209800" cy="429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1925300" y="7861300"/>
            <a:ext cx="2349500" cy="2197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8262600" y="5537200"/>
            <a:ext cx="2489200" cy="2286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868400" y="9563100"/>
            <a:ext cx="3568700" cy="3441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484100" y="1435100"/>
            <a:ext cx="3238500" cy="438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659600" y="4216400"/>
            <a:ext cx="2667000" cy="2425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5570200" y="2832100"/>
            <a:ext cx="2336800" cy="2933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998700" y="5511800"/>
            <a:ext cx="2438400" cy="22479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3576300" y="4419600"/>
            <a:ext cx="2616200" cy="2476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0337800" y="698500"/>
            <a:ext cx="3187700" cy="37338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1976100" y="6032500"/>
            <a:ext cx="3721100" cy="2806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3690600" y="8102600"/>
            <a:ext cx="3060700" cy="2260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0414000" y="3886200"/>
            <a:ext cx="3276600" cy="3352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595600" y="5588000"/>
            <a:ext cx="3835400" cy="3213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5430500" y="6337300"/>
            <a:ext cx="11176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7310100" y="6819900"/>
            <a:ext cx="10287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4490700" y="5130800"/>
            <a:ext cx="11176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3246100" y="7112000"/>
            <a:ext cx="11176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1176000" y="5537200"/>
            <a:ext cx="11176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3246100" y="3848100"/>
            <a:ext cx="11176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1353800" y="2133600"/>
            <a:ext cx="11176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083800" y="3606800"/>
            <a:ext cx="11176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0363200" y="7708900"/>
            <a:ext cx="1117600" cy="4826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2890500" y="8572500"/>
            <a:ext cx="1117600" cy="4826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6078200" y="3835400"/>
            <a:ext cx="1117600" cy="4826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8186400" y="4432300"/>
            <a:ext cx="1117600" cy="4826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20472400" y="5156200"/>
            <a:ext cx="1117600" cy="482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4490700" y="8712200"/>
            <a:ext cx="1409700" cy="4826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8859500" y="6299200"/>
            <a:ext cx="1117600" cy="4826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7449800" y="10439400"/>
            <a:ext cx="1117600" cy="482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5328900" y="9944100"/>
            <a:ext cx="1117600" cy="4826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1938000" y="10718800"/>
            <a:ext cx="1117600" cy="482600"/>
          </a:xfrm>
          <a:prstGeom prst="rect">
            <a:avLst/>
          </a:prstGeom>
        </p:spPr>
      </p:pic>
      <p:sp>
        <p:nvSpPr>
          <p:cNvPr name="TextBox 57" id="57"/>
          <p:cNvSpPr txBox="true"/>
          <p:nvPr/>
        </p:nvSpPr>
        <p:spPr>
          <a:xfrm rot="0">
            <a:off x="914400" y="571500"/>
            <a:ext cx="54610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경상남도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EFBF4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72771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" y="165100"/>
            <a:ext cx="7010400" cy="13398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89300" y="8610600"/>
            <a:ext cx="2349500" cy="2247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06800" y="6426200"/>
            <a:ext cx="2514600" cy="275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70200" y="6248400"/>
            <a:ext cx="19050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6591300"/>
            <a:ext cx="2108200" cy="187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49300" y="9347200"/>
            <a:ext cx="2870200" cy="238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95900" y="8915400"/>
            <a:ext cx="6731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7581900"/>
            <a:ext cx="4318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54600" y="9499600"/>
            <a:ext cx="6985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6500" y="12712700"/>
            <a:ext cx="11811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63700" y="8178800"/>
            <a:ext cx="2082800" cy="1485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28900" y="3911600"/>
            <a:ext cx="31496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03400" y="4521200"/>
            <a:ext cx="1841500" cy="2349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59000" y="5473700"/>
            <a:ext cx="558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394200" y="7886700"/>
            <a:ext cx="749300" cy="1219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6500" y="5245100"/>
            <a:ext cx="9652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55800" y="9740900"/>
            <a:ext cx="520700" cy="34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67000" y="7162800"/>
            <a:ext cx="368300" cy="558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020300" y="812800"/>
            <a:ext cx="11303000" cy="4699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109200" y="2171700"/>
            <a:ext cx="10858500" cy="5194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960100" y="8775700"/>
            <a:ext cx="2108200" cy="1955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2115800" y="8077200"/>
            <a:ext cx="3048000" cy="2362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741400" y="7340600"/>
            <a:ext cx="2959100" cy="2755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621000" y="7061200"/>
            <a:ext cx="2324100" cy="2895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589500" y="6883400"/>
            <a:ext cx="2755900" cy="2311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020300" y="9918700"/>
            <a:ext cx="2006600" cy="1574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0726400" y="7518400"/>
            <a:ext cx="419100" cy="584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8859500" y="8229600"/>
            <a:ext cx="1905000" cy="2311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878300" y="8839200"/>
            <a:ext cx="2590800" cy="2235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5379700" y="9626600"/>
            <a:ext cx="3111500" cy="2717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3017500" y="10071100"/>
            <a:ext cx="3429000" cy="2374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1887200" y="10375900"/>
            <a:ext cx="2006600" cy="2032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0350500" y="11087100"/>
            <a:ext cx="1778000" cy="30099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0388600" y="10579100"/>
            <a:ext cx="1104900" cy="431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1315700" y="9753600"/>
            <a:ext cx="1104900" cy="431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0833100" y="11569700"/>
            <a:ext cx="1104900" cy="431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2026900" y="10934700"/>
            <a:ext cx="1104900" cy="431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4198600" y="10934700"/>
            <a:ext cx="1104900" cy="431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2649200" y="9067800"/>
            <a:ext cx="1104900" cy="431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14706600" y="8572500"/>
            <a:ext cx="1104900" cy="431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6510000" y="10490200"/>
            <a:ext cx="1104900" cy="4318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7830800" y="9626600"/>
            <a:ext cx="1104900" cy="431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6687800" y="8013700"/>
            <a:ext cx="1104900" cy="4318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8326100" y="7772400"/>
            <a:ext cx="1104900" cy="431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9202400" y="8978900"/>
            <a:ext cx="1104900" cy="431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0269200" y="7124700"/>
            <a:ext cx="1104900" cy="4318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393700" y="571500"/>
            <a:ext cx="6527800" cy="1574800"/>
          </a:xfrm>
          <a:prstGeom prst="rect">
            <a:avLst/>
          </a:prstGeom>
        </p:spPr>
        <p:txBody>
          <a:bodyPr anchor="ctr" rtlCol="false" lIns="0" tIns="112573" rIns="0" bIns="112573"/>
          <a:lstStyle/>
          <a:p>
            <a:pPr algn="ctr" lvl="0">
              <a:lnSpc>
                <a:spcPct val="99600"/>
              </a:lnSpc>
            </a:pPr>
            <a:r>
              <a:rPr lang="en" sz="8864" b="false" i="false" u="none" strike="noStrike" spc="-89">
                <a:solidFill>
                  <a:srgbClr val="FFFFFF"/>
                </a:solidFill>
                <a:ea typeface="Gmarket Sans Bold"/>
              </a:rPr>
              <a:t>제주특별자치도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500" y="2171700"/>
            <a:ext cx="5397500" cy="1308100"/>
          </a:xfrm>
          <a:prstGeom prst="rect">
            <a:avLst/>
          </a:prstGeom>
        </p:spPr>
        <p:txBody>
          <a:bodyPr anchor="ctr" rtlCol="false" lIns="0" tIns="93129" rIns="0" bIns="93129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행정구역</a:t>
            </a:r>
            <a:r>
              <a:rPr lang="en-US" sz="7333" b="false" i="false" u="none" strike="noStrike" spc="-73">
                <a:solidFill>
                  <a:srgbClr val="FFFFFF"/>
                </a:solidFill>
                <a:latin typeface="Gmarket Sans Bold"/>
              </a:rPr>
              <a:t> </a:t>
            </a:r>
            <a:r>
              <a:rPr lang="ko-KR" sz="7333" b="false" i="false" u="none" strike="noStrike" spc="-73">
                <a:solidFill>
                  <a:srgbClr val="FFFFFF"/>
                </a:solidFill>
                <a:ea typeface="Gmarket Sans Bold"/>
              </a:rPr>
              <a:t>지도</a:t>
            </a:r>
          </a:p>
        </p:txBody>
      </p:sp>
      <p:pic>
        <p:nvPicPr>
          <p:cNvPr name="Picture 51" id="51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184400" y="5600700"/>
            <a:ext cx="1333500" cy="3175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2438400" y="6045200"/>
            <a:ext cx="1092200" cy="317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596900" y="5372100"/>
            <a:ext cx="1206500" cy="3175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3606800" y="5283200"/>
            <a:ext cx="1638300" cy="3175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587500" y="7048500"/>
            <a:ext cx="1092200" cy="317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3213100" y="6654800"/>
            <a:ext cx="1092200" cy="3175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2832100" y="7734300"/>
            <a:ext cx="1092200" cy="3175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1752600" y="8763000"/>
            <a:ext cx="1714500" cy="3175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993900" y="10223500"/>
            <a:ext cx="1092200" cy="317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2082800" y="9728200"/>
            <a:ext cx="1092200" cy="3175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3848100" y="9385300"/>
            <a:ext cx="1092200" cy="3175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587500" y="12801600"/>
            <a:ext cx="1676400" cy="317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5283200" y="9728200"/>
            <a:ext cx="1117600" cy="317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5486400" y="9042400"/>
            <a:ext cx="1117600" cy="317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4559300" y="8547100"/>
            <a:ext cx="1117600" cy="317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4445000" y="7416800"/>
            <a:ext cx="1117600" cy="3175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2540000" y="7315200"/>
            <a:ext cx="1574800" cy="3175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4312900" y="2501900"/>
            <a:ext cx="1409700" cy="482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5621000" y="4559300"/>
            <a:ext cx="1409700" cy="48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